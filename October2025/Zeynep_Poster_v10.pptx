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88" r:id="rId2"/>
    <p:sldMasterId id="2147483674" r:id="rId3"/>
    <p:sldMasterId id="2147483676" r:id="rId4"/>
    <p:sldMasterId id="2147483664" r:id="rId5"/>
    <p:sldMasterId id="2147483666" r:id="rId6"/>
    <p:sldMasterId id="2147483668" r:id="rId7"/>
    <p:sldMasterId id="2147483672" r:id="rId8"/>
  </p:sldMasterIdLst>
  <p:notesMasterIdLst>
    <p:notesMasterId r:id="rId10"/>
  </p:notesMasterIdLst>
  <p:handoutMasterIdLst>
    <p:handoutMasterId r:id="rId11"/>
  </p:handoutMasterIdLst>
  <p:sldIdLst>
    <p:sldId id="264" r:id="rId9"/>
  </p:sldIdLst>
  <p:sldSz cx="21388388" cy="30279975"/>
  <p:notesSz cx="7104063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CF5"/>
    <a:srgbClr val="7A93DE"/>
    <a:srgbClr val="FF6A00"/>
    <a:srgbClr val="FFAA00"/>
    <a:srgbClr val="2A9C2A"/>
    <a:srgbClr val="FF6600"/>
    <a:srgbClr val="106DB6"/>
    <a:srgbClr val="996633"/>
    <a:srgbClr val="FF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91D6E-A7BC-57B3-1791-2021CD8C3C73}" v="14" dt="2025-12-10T22:38:08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708" y="-3306"/>
      </p:cViewPr>
      <p:guideLst>
        <p:guide orient="horz"/>
        <p:guide pos="5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658" cy="51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539" tIns="22270" rIns="44539" bIns="2227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867" y="0"/>
            <a:ext cx="3078658" cy="51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539" tIns="22270" rIns="44539" bIns="2227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408"/>
            <a:ext cx="3078658" cy="51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539" tIns="22270" rIns="44539" bIns="2227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6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867" y="9721408"/>
            <a:ext cx="3078658" cy="51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539" tIns="22270" rIns="44539" bIns="2227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600"/>
            </a:lvl1pPr>
          </a:lstStyle>
          <a:p>
            <a:pPr>
              <a:defRPr/>
            </a:pPr>
            <a:fld id="{4106BD75-3EFD-4C18-B180-068DCC7276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21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27.0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116 1 24575,'-2'0'0,"-5"0"0,-3 0 0,0 2 0,1 5 0,3 3 0,2 3 0,2 2 0,-2 1 0,0 1 0,-2 1 0,0-1 0,-2 0 0,-3 0 0,2 0 0,1-3 0,2 8 0,3-1-8191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05.9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100 0 24575,'-2'0'0,"-5"0"0,-3 0 0,0 3 0,-2 1 0,2 3 0,3 2 0,-1 0 0,1 2 0,-1-2 0,1 1 0,2 2 0,1 1 0,2-2-8191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08.6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150 0 24575,'-2'0'0,"0"1"0,0-1 0,0 0 0,0 1 0,0-1 0,0 1 0,0-1 0,1 1 0,-1 0 0,0 0 0,0 0 0,1 0 0,-1 0 0,1 0 0,-1 0 0,1 1 0,-1-1 0,1 1 0,0-1 0,-1 1 0,1-1 0,0 1 0,-1 1 0,-18 50 0,3-8 0,14-41 0,0 1 0,0-1 0,-1 0 0,1-1 0,-1 1 0,0-1 0,0 1 0,0-1 0,-8 5 0,3-2 0,-6 12-1365,10-8-5461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18.8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169 1 24575,'0'6'0,"0"4"0,0 4 0,0 2 0,-3-2 0,-3 0 0,-4 3 0,-4 1 0,-1-1 0,-4-5 0,1-1 0,1-3 0,-2-2 0,-1-3 0,3 2 0,7-1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20.6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 1 24575,'-2'0'0,"-5"0"0,-3 0 0,-3 0 0,1 3 0,2 6 0,9 8 0,4 3 0,-1-1 0,-4-2 0,-1-3-8191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22.6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181 0 24575,'-6'0'0,"-4"0"0,-4 0 0,-2 0 0,-1 0 0,-1 0 0,1 0 0,-1 0 0,1 0 0,0 0 0,0 0 0,3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47.0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 0 24575,'-3'0'0,"-6"0"0,-6 0 0,0 3 0,3 4 0,4 4 0,2 3 0,3 5 0,2 3 0,1-1 0,0 1 0,1-5-8191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49.2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0 168 24575,'0'-3'0,"0"-4"0,0-4 0,0-3 0,0-2 0,0-1 0,0-1 0,0-1 0,0-2 0,0-1 0,0 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50.6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24575,'0'6'0,"0"5"0,0 4 0,0 1 0,0 3 0,0-1 0,0 1 0,0 0 0,0-1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52.1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1 119 24575,'0'-6'0,"3"-5"0,4 0 0,0-5 0,3-3 0,0 0 0,0-1 0,-1 4-8191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53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0 24575,'-6'0'0,"-2"3"0,1 4 0,1 7 0,2 4 0,1 1 0,1-1-8191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55.6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123 1 24575,'-9'0'0,"-9"0"0,-4 3 0,-2 4 0,-2 4 0,2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0:57.2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0 24575,'-3'0'0,"-4"0"0,-3 0 0,-1 3 0,2 4 0,2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1:21.040"/>
    </inkml:context>
    <inkml:brush xml:id="br0">
      <inkml:brushProperty name="width" value="0.035" units="cm"/>
      <inkml:brushProperty name="height" value="0.035" units="cm"/>
      <inkml:brushProperty name="color" value="#003E6C"/>
    </inkml:brush>
  </inkml:definitions>
  <inkml:trace contextRef="#ctx0" brushRef="#br0">85 1 24575,'-6'0'0,"-2"3"0,-2 1 0,0 5 0,1 5 0,3 3 0,3 2 0,1-1 0,1 2 0,1-2 0,-3 1 0,-3-4 0,-4-4 0,-1-4-8191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08:11:22.390"/>
    </inkml:context>
    <inkml:brush xml:id="br0">
      <inkml:brushProperty name="width" value="0.035" units="cm"/>
      <inkml:brushProperty name="height" value="0.035" units="cm"/>
      <inkml:brushProperty name="color" value="#003E6C"/>
    </inkml:brush>
  </inkml:definitions>
  <inkml:trace contextRef="#ctx0" brushRef="#br0">0 0 24575,'0'3'0,"0"4"0,0 4 0,0 3 0,0 2 0,0 1 0,0 2 0,0-1 0,0 0 0,0 1 0,0-1 0,0 0 0,0-4-8191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658" cy="51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9" tIns="49501" rIns="98999" bIns="49501" numCol="1" anchor="t" anchorCtr="0" compatLnSpc="1">
            <a:prstTxWarp prst="textNoShape">
              <a:avLst/>
            </a:prstTxWarp>
          </a:bodyPr>
          <a:lstStyle>
            <a:lvl1pPr defTabSz="990542" eaLnBrk="0" hangingPunct="0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867" y="0"/>
            <a:ext cx="3079427" cy="51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9" tIns="49501" rIns="98999" bIns="49501" numCol="1" anchor="t" anchorCtr="0" compatLnSpc="1">
            <a:prstTxWarp prst="textNoShape">
              <a:avLst/>
            </a:prstTxWarp>
          </a:bodyPr>
          <a:lstStyle>
            <a:lvl1pPr algn="r" defTabSz="990542" eaLnBrk="0" hangingPunct="0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97100" y="766763"/>
            <a:ext cx="271303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637" y="4862645"/>
            <a:ext cx="5682789" cy="4604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9" tIns="49501" rIns="98999" bIns="495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408"/>
            <a:ext cx="3078658" cy="512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9" tIns="49501" rIns="98999" bIns="49501" numCol="1" anchor="b" anchorCtr="0" compatLnSpc="1">
            <a:prstTxWarp prst="textNoShape">
              <a:avLst/>
            </a:prstTxWarp>
          </a:bodyPr>
          <a:lstStyle>
            <a:lvl1pPr defTabSz="990542" eaLnBrk="0" hangingPunct="0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867" y="9721408"/>
            <a:ext cx="3079427" cy="512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99" tIns="49501" rIns="98999" bIns="49501" numCol="1" anchor="b" anchorCtr="0" compatLnSpc="1">
            <a:prstTxWarp prst="textNoShape">
              <a:avLst/>
            </a:prstTxWarp>
          </a:bodyPr>
          <a:lstStyle>
            <a:lvl1pPr algn="r" defTabSz="990542" eaLnBrk="0" hangingPunct="0">
              <a:defRPr sz="1300"/>
            </a:lvl1pPr>
          </a:lstStyle>
          <a:p>
            <a:pPr>
              <a:defRPr/>
            </a:pPr>
            <a:fld id="{5778D20B-1032-4243-B265-D2D63470A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BA31-3F85-0EAC-01E3-B4D76271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52A6D-4B1A-F274-4279-4C36340F4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96E77-BBFA-96E5-59A5-62AB791FC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C8B22-62CD-C585-6293-F6C55EB19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D20B-1032-4243-B265-D2D63470AEB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169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5613" marR="0" lvl="1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5613" marR="0" lvl="2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455613" marR="0" lvl="3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-25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477C-8B24-798A-3072-7BFC791C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3350" y="4956175"/>
            <a:ext cx="16041688" cy="10541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35B31-0ED4-E32C-309C-5B35CE931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3350" y="15903575"/>
            <a:ext cx="16041688" cy="731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9300-C580-1839-9011-3CE1B02D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E830D-3050-AAB1-561C-2981F2A4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7331-0B14-AB41-B643-AEFAF9DC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9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3FDF-DBCF-D864-E409-98FFE3CC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3F115-E406-CA16-E339-0E3CF6EF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D152-70F8-2600-3EE2-47160763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09832-76AC-BC34-3E07-BB354FDA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C7EF-180B-B369-CAD0-5EB37FD7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66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0BDD-A1E9-5149-59D0-E1663FDA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13" y="7548563"/>
            <a:ext cx="18448337" cy="12596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62C9B-654F-0406-E95F-4D694DE98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13" y="20264438"/>
            <a:ext cx="18448337" cy="66230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FAC54-2FF1-48D7-612C-A6F72394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8391A-2AF7-FE18-16B1-B2413AC5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539ED-1BD8-E446-FF63-C4F0134A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60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A81D-D226-BEB7-2793-192EDA5F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23CA-ECAD-8145-EE6D-871B6F4A2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025" y="8061325"/>
            <a:ext cx="9147175" cy="1921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4791F-7AE7-881F-F8F1-17A147B66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69600" y="8061325"/>
            <a:ext cx="9148763" cy="1921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D44B2-29EB-5914-9901-009FB783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7CED6-5A9B-DDEA-9DFE-70E0BE30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6CF82-4EDC-EC96-235A-2A72E282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8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8406-1A03-0FD7-0684-378BF3BD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1612900"/>
            <a:ext cx="18446750" cy="5851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58084-C293-7D6D-7E92-C781D321A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200" y="7423150"/>
            <a:ext cx="9048750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F7B8B-133C-CC55-3374-E595BA5F0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3200" y="11060113"/>
            <a:ext cx="9048750" cy="1626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DB511-F5D8-50F7-23FE-6AF6DAB12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8338" y="7423150"/>
            <a:ext cx="9091612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5CAA8-3359-5850-7338-E23E6D147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8338" y="11060113"/>
            <a:ext cx="9091612" cy="1626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0BF8B-375B-38DD-72F3-C0E529D4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85450-8D22-89ED-80A7-43E6845D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6F8B7-9E9A-C751-200A-3D25C322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55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B328-C169-FA17-8A33-4451DB47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7C861-4CFC-71BF-445A-BBBEF3E4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75A62-FC38-FCFD-6645-6BFCEB90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1A7AA-B384-5F78-0203-B6EBAB00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65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32FF8-ABDE-570E-E7AF-B22D741F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4ABFF-718A-7480-B4FB-03868541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22DAB-DF56-56CD-5CCF-CA3B3FF6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67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205F-7138-B240-23FB-670974D0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6DC3-D73E-FBD2-23D2-77859D8B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3200" y="4359275"/>
            <a:ext cx="10826750" cy="21518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14B58-BAB2-B7E0-2447-E531F96F9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C8A05-F8F6-C0AD-FADE-3E67095F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61E73-7D19-D194-27A0-BD47D877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2D5AE-ABB9-D405-5C88-743D2E3D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10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8A26-E602-C8CC-A690-9E735274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D991F4-FC01-61BE-1287-C28F4244B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3200" y="4359275"/>
            <a:ext cx="10826750" cy="21518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D8737-142E-036E-E817-8C1002B40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7897F-8EC1-CA0D-D78B-5F99A280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87388-FB8E-93B2-1D5D-4783ED5E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95CE-238B-01E5-4DD4-E19BFA24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88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B53-B048-CF41-FE35-83020768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16D94-9B48-F16F-E3E5-DBE8AAA8C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244CD-70B3-92D7-E238-C1702183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EFFD-96C8-DAE4-032A-6A6BE3AB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1E9A5-C716-2922-7E36-A8C0F82F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982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EA0EA-A618-DCD0-5645-C77BF5CAE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6675" y="1612900"/>
            <a:ext cx="4611688" cy="25660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45C37-07F3-89E8-7A56-7BD16D355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025" y="1612900"/>
            <a:ext cx="13684250" cy="25660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699C0-126A-BC29-37BA-5335D854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0A832-462C-15D2-3CBF-73AFCC37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46E9-D094-50ED-6C17-7E5F6F5A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70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871DA3-C206-4958-9304-C821B2F6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90417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2798-0D02-F91E-D1D9-F123429E8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3350" y="4956175"/>
            <a:ext cx="16041688" cy="10541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9F8B1-50A5-DCB8-8BDA-593A066C8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3350" y="15903575"/>
            <a:ext cx="16041688" cy="731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2BAB0-78C5-CDE6-EA61-8A14825D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6F2D-0AA1-B769-4481-55EF2E82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8062-719D-275E-0A78-F9DD2E0B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306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144F-6E04-F92A-E808-2992CBAD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B7E7-435D-12A4-E1FF-3B1169A4C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3DB69-E95F-8501-8E06-9CFCC58E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41379-7110-BEF8-7EE0-83C1855D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0C01F-D962-9A32-8A48-766956CF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245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212F-17AB-0D82-9B51-29CE96EC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13" y="7548563"/>
            <a:ext cx="18448337" cy="12596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F2BF0-6BB9-046E-3196-5CD5BF297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13" y="20264438"/>
            <a:ext cx="18448337" cy="66230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6713A-217B-CD20-A709-4971B715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86E7A-298B-EC3A-688B-F5FC209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32C30-D924-2AEB-DA28-789BBDEC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872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D4A6-372E-1B33-BEEC-B1715F26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3B4A-353D-E4C8-7E09-188F08AA1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025" y="8061325"/>
            <a:ext cx="9147175" cy="1921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9C7B3-EA03-8A1E-A69B-E19548090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69600" y="8061325"/>
            <a:ext cx="9148763" cy="1921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74FB8-CC61-207B-4294-26840CE0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0CE2D-643A-EFBF-A472-1C3B3FA4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F691-9451-53B0-1B30-14660D12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65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FCE6-CCCD-8F14-70EF-833DAFDC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1612900"/>
            <a:ext cx="18446750" cy="5851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9DE5-59C8-3555-F308-C3BF95172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200" y="7423150"/>
            <a:ext cx="9048750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575DC-F2C7-8137-345E-729A835A2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3200" y="11060113"/>
            <a:ext cx="9048750" cy="1626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988E3-F807-338F-A1B3-E66913E1C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8338" y="7423150"/>
            <a:ext cx="9091612" cy="36369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E3A0A-DC3B-B306-7DAD-4FECB1EC4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8338" y="11060113"/>
            <a:ext cx="9091612" cy="1626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C9289-8D7B-B173-07F3-5568838D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95199-511E-4D2F-87AA-7161B181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1AB15-8F29-E2F8-FD94-99E9A496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823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FEB0-AEAE-98DA-B887-9F53F6FB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BD16B-7ACB-84E1-0E98-8BB7C1AA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05E9A-CEE1-321A-6523-89CD3626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FCE8B-B74F-F6E3-3F24-EADCD23E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96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BA3D2-B8B2-C68E-1494-3DD84D3E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0D693-FD4E-D48F-C9B2-A459CF3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BE36-AB8D-954F-8B68-F50B638C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7839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91D0-D694-22EA-E20B-A3BBC33C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A907-F667-CCAD-335F-9AC26B41C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3200" y="4359275"/>
            <a:ext cx="10826750" cy="21518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34EC8-7608-469F-F478-C504A80B4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6B57D-EE7F-5DA3-5152-54EC9765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8D7FF-62D5-743A-F41B-F51911CE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8B6D-1C48-C458-68DB-92FDF4DF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5262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1B3D-D0DD-4BD4-D289-3E25153F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2019300"/>
            <a:ext cx="6897688" cy="70643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294A8-9457-4ABC-AA86-3E17CE32E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3200" y="4359275"/>
            <a:ext cx="10826750" cy="21518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0F456-F576-BC37-88BD-0E468E82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200" y="9083675"/>
            <a:ext cx="6897688" cy="1682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F1C11-663C-911A-834F-9EAD9A3B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5C2A7-16AB-8BC6-901F-A1B963A1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0F22-6283-C741-930B-D179C52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580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2C89-E030-5F0B-4F9C-5AA46110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85962-24AB-D3A0-4699-FEAF24D30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32D01-BEDD-ACD0-89CF-07F2BDA5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37E9C-6FEA-F709-6DBC-2747A68F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58C71-619B-112E-CF8B-A3EC28D0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3997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8A876-C2F0-F3AD-6866-1E2C3BEFC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6675" y="1612900"/>
            <a:ext cx="4611688" cy="25660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5A44C-915A-CCA2-9FDC-E9C5E800F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025" y="1612900"/>
            <a:ext cx="13684250" cy="25660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CD6BE-2F93-7244-0EAC-30F9CC4A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18A1-053E-209E-663A-ACA66AF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7ACD3-DCEA-7406-B463-1825E871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193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963AC-AD21-4E43-A16C-AB75B146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23904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AAAEFD-1EC9-4039-9D31-AFE1B8B61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66869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515D96-1650-49B2-A79A-A2009C1C3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17922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380693-CD9F-49AC-BAC4-1F4C633D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272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34424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Zeynep Velioglu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Faustina Hwang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William Harwin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668338" y="1811338"/>
            <a:ext cx="82017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Biomedical Engineering  School of Biological Sciences</a:t>
            </a:r>
            <a:endParaRPr lang="en-GB" sz="23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3AE42C-DB1B-4069-956F-61FE3A9D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025" y="1612900"/>
            <a:ext cx="18448338" cy="585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C0EE5-30A5-F779-518F-C80874A4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025" y="8061325"/>
            <a:ext cx="18448338" cy="19211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08C08-AE11-1D48-2277-CE4EBFF63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025" y="28065413"/>
            <a:ext cx="4813300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EC4C6-B233-4DED-BE25-D2749E462968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85167-AC3C-A81E-46AD-5E8CE214C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5013" y="28065413"/>
            <a:ext cx="7218362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6F5A7-3936-7A34-931A-B1B97D8AD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5063" y="28065413"/>
            <a:ext cx="4813300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EC234-BE33-4EF6-BCA5-C0E094D9E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11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Z.Velioglu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F. Hwang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W. S. Harwin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0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9A231-4808-007F-1FA6-1B80BAC4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025" y="1612900"/>
            <a:ext cx="18448338" cy="585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F103-FD2B-759C-D294-7550EAB0A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025" y="8061325"/>
            <a:ext cx="18448338" cy="19211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F4C26-4AE5-96EA-8901-6188F7F4C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025" y="28065413"/>
            <a:ext cx="4813300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6320E-2E51-46CD-B000-0C5C59C25FA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D2637-0ED5-20CE-7563-7CD033ACF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5013" y="28065413"/>
            <a:ext cx="7218362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B1FAB-9B8B-5169-0C12-6D2A3FB45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5063" y="28065413"/>
            <a:ext cx="4813300" cy="1611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C39EF-12DD-4979-90D2-3F1F26504D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70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3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9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Rdg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5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0" Type="http://schemas.openxmlformats.org/officeDocument/2006/relationships/image" Target="../media/image75.png"/><Relationship Id="rId55" Type="http://schemas.openxmlformats.org/officeDocument/2006/relationships/customXml" Target="../ink/ink4.xml"/><Relationship Id="rId63" Type="http://schemas.openxmlformats.org/officeDocument/2006/relationships/customXml" Target="../ink/ink8.xml"/><Relationship Id="rId68" Type="http://schemas.openxmlformats.org/officeDocument/2006/relationships/image" Target="../media/image84.png"/><Relationship Id="rId76" Type="http://schemas.openxmlformats.org/officeDocument/2006/relationships/image" Target="../media/image88.png"/><Relationship Id="rId59" Type="http://schemas.openxmlformats.org/officeDocument/2006/relationships/customXml" Target="../ink/ink6.xml"/><Relationship Id="rId67" Type="http://schemas.openxmlformats.org/officeDocument/2006/relationships/customXml" Target="../ink/ink10.xml"/><Relationship Id="rId71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54" Type="http://schemas.openxmlformats.org/officeDocument/2006/relationships/image" Target="../media/image77.png"/><Relationship Id="rId62" Type="http://schemas.openxmlformats.org/officeDocument/2006/relationships/image" Target="../media/image81.png"/><Relationship Id="rId70" Type="http://schemas.openxmlformats.org/officeDocument/2006/relationships/image" Target="../media/image85.png"/><Relationship Id="rId75" Type="http://schemas.openxmlformats.org/officeDocument/2006/relationships/customXml" Target="../ink/ink14.xml"/><Relationship Id="rId8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3" Type="http://schemas.openxmlformats.org/officeDocument/2006/relationships/customXml" Target="../ink/ink3.xml"/><Relationship Id="rId58" Type="http://schemas.openxmlformats.org/officeDocument/2006/relationships/image" Target="../media/image79.png"/><Relationship Id="rId66" Type="http://schemas.openxmlformats.org/officeDocument/2006/relationships/image" Target="../media/image83.png"/><Relationship Id="rId74" Type="http://schemas.openxmlformats.org/officeDocument/2006/relationships/image" Target="../media/image87.png"/><Relationship Id="rId79" Type="http://schemas.openxmlformats.org/officeDocument/2006/relationships/image" Target="../media/image2.png"/><Relationship Id="rId57" Type="http://schemas.openxmlformats.org/officeDocument/2006/relationships/customXml" Target="../ink/ink5.xml"/><Relationship Id="rId61" Type="http://schemas.openxmlformats.org/officeDocument/2006/relationships/customXml" Target="../ink/ink7.xml"/><Relationship Id="rId82" Type="http://schemas.openxmlformats.org/officeDocument/2006/relationships/image" Target="../media/image5.png"/><Relationship Id="rId52" Type="http://schemas.openxmlformats.org/officeDocument/2006/relationships/image" Target="../media/image76.png"/><Relationship Id="rId60" Type="http://schemas.openxmlformats.org/officeDocument/2006/relationships/image" Target="../media/image80.png"/><Relationship Id="rId65" Type="http://schemas.openxmlformats.org/officeDocument/2006/relationships/customXml" Target="../ink/ink9.xml"/><Relationship Id="rId73" Type="http://schemas.openxmlformats.org/officeDocument/2006/relationships/customXml" Target="../ink/ink13.xml"/><Relationship Id="rId78" Type="http://schemas.openxmlformats.org/officeDocument/2006/relationships/image" Target="../media/image89.png"/><Relationship Id="rId81" Type="http://schemas.openxmlformats.org/officeDocument/2006/relationships/image" Target="../media/image4.png"/><Relationship Id="rId56" Type="http://schemas.openxmlformats.org/officeDocument/2006/relationships/image" Target="../media/image78.png"/><Relationship Id="rId64" Type="http://schemas.openxmlformats.org/officeDocument/2006/relationships/image" Target="../media/image82.png"/><Relationship Id="rId69" Type="http://schemas.openxmlformats.org/officeDocument/2006/relationships/customXml" Target="../ink/ink11.xml"/><Relationship Id="rId77" Type="http://schemas.openxmlformats.org/officeDocument/2006/relationships/customXml" Target="../ink/ink15.xml"/><Relationship Id="rId51" Type="http://schemas.openxmlformats.org/officeDocument/2006/relationships/customXml" Target="../ink/ink2.xml"/><Relationship Id="rId72" Type="http://schemas.openxmlformats.org/officeDocument/2006/relationships/image" Target="../media/image86.png"/><Relationship Id="rId80" Type="http://schemas.openxmlformats.org/officeDocument/2006/relationships/image" Target="../media/image3.png"/><Relationship Id="rId3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24D5-71A3-2738-7A9E-A759FA8B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Rectangle: Rounded Corners 2074">
            <a:extLst>
              <a:ext uri="{FF2B5EF4-FFF2-40B4-BE49-F238E27FC236}">
                <a16:creationId xmlns:a16="http://schemas.microsoft.com/office/drawing/2014/main" id="{1E20368F-DBA7-8936-CF9A-AB0247D232AC}"/>
              </a:ext>
            </a:extLst>
          </p:cNvPr>
          <p:cNvSpPr/>
          <p:nvPr/>
        </p:nvSpPr>
        <p:spPr bwMode="auto">
          <a:xfrm>
            <a:off x="360000" y="14195826"/>
            <a:ext cx="10080000" cy="14167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2073" name="Rectangle: Rounded Corners 2072">
            <a:extLst>
              <a:ext uri="{FF2B5EF4-FFF2-40B4-BE49-F238E27FC236}">
                <a16:creationId xmlns:a16="http://schemas.microsoft.com/office/drawing/2014/main" id="{516F6D98-168B-8D45-FAF1-031061D99010}"/>
              </a:ext>
            </a:extLst>
          </p:cNvPr>
          <p:cNvSpPr/>
          <p:nvPr/>
        </p:nvSpPr>
        <p:spPr bwMode="auto">
          <a:xfrm>
            <a:off x="10799999" y="5900540"/>
            <a:ext cx="10080000" cy="3437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2071" name="Rectangle: Rounded Corners 2070">
            <a:extLst>
              <a:ext uri="{FF2B5EF4-FFF2-40B4-BE49-F238E27FC236}">
                <a16:creationId xmlns:a16="http://schemas.microsoft.com/office/drawing/2014/main" id="{25B2263C-15BF-D7F5-4072-BC439515AA37}"/>
              </a:ext>
            </a:extLst>
          </p:cNvPr>
          <p:cNvSpPr/>
          <p:nvPr/>
        </p:nvSpPr>
        <p:spPr bwMode="auto">
          <a:xfrm>
            <a:off x="542144" y="6083769"/>
            <a:ext cx="9619686" cy="29802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4AADB6-2F1A-0737-C6F0-F0FD64F1AD1C}"/>
              </a:ext>
            </a:extLst>
          </p:cNvPr>
          <p:cNvSpPr/>
          <p:nvPr/>
        </p:nvSpPr>
        <p:spPr bwMode="auto">
          <a:xfrm>
            <a:off x="610538" y="28856309"/>
            <a:ext cx="20516266" cy="1331548"/>
          </a:xfrm>
          <a:prstGeom prst="roundRect">
            <a:avLst/>
          </a:prstGeom>
          <a:solidFill>
            <a:schemeClr val="bg2"/>
          </a:solidFill>
          <a:ln w="38100" cap="flat" cmpd="sng" algn="ctr">
            <a:solidFill>
              <a:srgbClr val="106DB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2D986B-25EA-5CC7-082D-4BA66D6B293D}"/>
              </a:ext>
            </a:extLst>
          </p:cNvPr>
          <p:cNvSpPr/>
          <p:nvPr/>
        </p:nvSpPr>
        <p:spPr bwMode="auto">
          <a:xfrm>
            <a:off x="432229" y="5900539"/>
            <a:ext cx="9598478" cy="30300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C23A-9D39-DEB5-CD2D-6045FDB68768}"/>
              </a:ext>
            </a:extLst>
          </p:cNvPr>
          <p:cNvSpPr/>
          <p:nvPr/>
        </p:nvSpPr>
        <p:spPr bwMode="auto">
          <a:xfrm>
            <a:off x="3598451" y="5367666"/>
            <a:ext cx="3408006" cy="71387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3500" b="1" kern="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3500" b="1" kern="0" dirty="0">
                <a:solidFill>
                  <a:schemeClr val="bg1"/>
                </a:solidFill>
                <a:latin typeface="Arial"/>
                <a:cs typeface="Arial"/>
              </a:rPr>
              <a:t>Introduction</a:t>
            </a:r>
            <a:endParaRPr kumimoji="0" lang="en-GB" sz="3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07E93A-1285-4DD3-5D6B-07602098D5B6}"/>
              </a:ext>
            </a:extLst>
          </p:cNvPr>
          <p:cNvCxnSpPr/>
          <p:nvPr/>
        </p:nvCxnSpPr>
        <p:spPr bwMode="auto">
          <a:xfrm>
            <a:off x="10379868" y="14825662"/>
            <a:ext cx="914400" cy="91440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03C6546-5511-437B-6D77-31B9EDCA6E07}"/>
              </a:ext>
            </a:extLst>
          </p:cNvPr>
          <p:cNvSpPr/>
          <p:nvPr/>
        </p:nvSpPr>
        <p:spPr bwMode="auto">
          <a:xfrm>
            <a:off x="1668159" y="13921245"/>
            <a:ext cx="7367655" cy="83484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2952750"/>
            <a:r>
              <a:rPr lang="en-GB" sz="3500" b="1" kern="0" dirty="0">
                <a:solidFill>
                  <a:schemeClr val="bg1"/>
                </a:solidFill>
                <a:latin typeface="Arial"/>
                <a:cs typeface="Arial"/>
              </a:rPr>
              <a:t>Hypersphere Position Switching</a:t>
            </a:r>
            <a:endParaRPr kumimoji="0" lang="en-GB" sz="3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dg Vesta" pitchFamily="2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60FE179-D34C-9A58-A198-263BE6258198}"/>
              </a:ext>
            </a:extLst>
          </p:cNvPr>
          <p:cNvSpPr/>
          <p:nvPr/>
        </p:nvSpPr>
        <p:spPr bwMode="auto">
          <a:xfrm>
            <a:off x="1003515" y="28443950"/>
            <a:ext cx="2764975" cy="80316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2952750"/>
            <a:r>
              <a:rPr lang="en-GB" sz="3500" b="1" kern="0" dirty="0">
                <a:solidFill>
                  <a:schemeClr val="bg1"/>
                </a:solidFill>
                <a:latin typeface="Arial"/>
                <a:cs typeface="Arial"/>
              </a:rPr>
              <a:t> Conclusion</a:t>
            </a:r>
            <a:endParaRPr lang="en-GB" sz="3500" b="1" i="0" u="none" strike="noStrike" kern="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CD6AC3D-326E-24D3-0357-25AB93F4ECF0}"/>
                  </a:ext>
                </a:extLst>
              </p14:cNvPr>
              <p14:cNvContentPartPr/>
              <p14:nvPr/>
            </p14:nvContentPartPr>
            <p14:xfrm>
              <a:off x="705014" y="14976814"/>
              <a:ext cx="42120" cy="80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CD6AC3D-326E-24D3-0357-25AB93F4ECF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8894" y="14970694"/>
                <a:ext cx="543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CDB04C65-A876-F9DD-09B0-D7B3FA52DDC2}"/>
              </a:ext>
            </a:extLst>
          </p:cNvPr>
          <p:cNvGrpSpPr/>
          <p:nvPr/>
        </p:nvGrpSpPr>
        <p:grpSpPr>
          <a:xfrm>
            <a:off x="660320" y="14934694"/>
            <a:ext cx="134694" cy="95916"/>
            <a:chOff x="660320" y="14934694"/>
            <a:chExt cx="134694" cy="9591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97D149-CCCC-71A4-5FB3-BD06FBD4CBCE}"/>
                    </a:ext>
                  </a:extLst>
                </p14:cNvPr>
                <p14:cNvContentPartPr/>
                <p14:nvPr/>
              </p14:nvContentPartPr>
              <p14:xfrm>
                <a:off x="758654" y="14958814"/>
                <a:ext cx="36360" cy="35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97D149-CCCC-71A4-5FB3-BD06FBD4CBC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2534" y="14952694"/>
                  <a:ext cx="48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86AD61-8776-9FE9-B6EE-92F59295355F}"/>
                    </a:ext>
                  </a:extLst>
                </p14:cNvPr>
                <p14:cNvContentPartPr/>
                <p14:nvPr/>
              </p14:nvContentPartPr>
              <p14:xfrm>
                <a:off x="716894" y="14958814"/>
                <a:ext cx="54000" cy="7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86AD61-8776-9FE9-B6EE-92F59295355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0774" y="14952694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799B86-CEE5-16B3-C7A6-93C714AEEB94}"/>
                    </a:ext>
                  </a:extLst>
                </p14:cNvPr>
                <p14:cNvContentPartPr/>
                <p14:nvPr/>
              </p14:nvContentPartPr>
              <p14:xfrm>
                <a:off x="692054" y="14934694"/>
                <a:ext cx="60840" cy="63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799B86-CEE5-16B3-C7A6-93C714AEEB9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5934" y="14928574"/>
                  <a:ext cx="73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65805B-BAF2-1893-8331-42BB4367B15E}"/>
                    </a:ext>
                  </a:extLst>
                </p14:cNvPr>
                <p14:cNvContentPartPr/>
                <p14:nvPr/>
              </p14:nvContentPartPr>
              <p14:xfrm>
                <a:off x="726614" y="14940814"/>
                <a:ext cx="20520" cy="3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65805B-BAF2-1893-8331-42BB4367B15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0494" y="14934694"/>
                  <a:ext cx="32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C9A4FC-123F-1877-2E2E-2D62336AF80E}"/>
                    </a:ext>
                  </a:extLst>
                </p14:cNvPr>
                <p14:cNvContentPartPr/>
                <p14:nvPr/>
              </p14:nvContentPartPr>
              <p14:xfrm>
                <a:off x="705734" y="14958814"/>
                <a:ext cx="6552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C9A4FC-123F-1877-2E2E-2D62336AF80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9614" y="14952694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BEE000B-37B2-CAE1-82D0-4976F988CDFD}"/>
                    </a:ext>
                  </a:extLst>
                </p14:cNvPr>
                <p14:cNvContentPartPr/>
                <p14:nvPr/>
              </p14:nvContentPartPr>
              <p14:xfrm>
                <a:off x="690920" y="14953930"/>
                <a:ext cx="26640" cy="49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BEE000B-37B2-CAE1-82D0-4976F988CDF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4800" y="14947810"/>
                  <a:ext cx="38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4CFFDC-3C2A-AB1C-E639-FB85809C0C24}"/>
                    </a:ext>
                  </a:extLst>
                </p14:cNvPr>
                <p14:cNvContentPartPr/>
                <p14:nvPr/>
              </p14:nvContentPartPr>
              <p14:xfrm>
                <a:off x="717200" y="14957170"/>
                <a:ext cx="360" cy="6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4CFFDC-3C2A-AB1C-E639-FB85809C0C2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1080" y="14951050"/>
                  <a:ext cx="12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EE13FB-2E00-2413-C1C7-0E6586E22A52}"/>
                    </a:ext>
                  </a:extLst>
                </p14:cNvPr>
                <p14:cNvContentPartPr/>
                <p14:nvPr/>
              </p14:nvContentPartPr>
              <p14:xfrm>
                <a:off x="698120" y="14947810"/>
                <a:ext cx="360" cy="56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EE13FB-2E00-2413-C1C7-0E6586E22A5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2000" y="14941690"/>
                  <a:ext cx="12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8A07FDE-7323-A358-5296-3E170B1BD19E}"/>
                    </a:ext>
                  </a:extLst>
                </p14:cNvPr>
                <p14:cNvContentPartPr/>
                <p14:nvPr/>
              </p14:nvContentPartPr>
              <p14:xfrm>
                <a:off x="698120" y="14987410"/>
                <a:ext cx="20520" cy="4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8A07FDE-7323-A358-5296-3E170B1BD19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2000" y="14981290"/>
                  <a:ext cx="32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63" name="Ink 2062">
                  <a:extLst>
                    <a:ext uri="{FF2B5EF4-FFF2-40B4-BE49-F238E27FC236}">
                      <a16:creationId xmlns:a16="http://schemas.microsoft.com/office/drawing/2014/main" id="{8A15F68C-DBD5-8095-937F-93288D5DB897}"/>
                    </a:ext>
                  </a:extLst>
                </p14:cNvPr>
                <p14:cNvContentPartPr/>
                <p14:nvPr/>
              </p14:nvContentPartPr>
              <p14:xfrm>
                <a:off x="691640" y="14947810"/>
                <a:ext cx="13320" cy="28800"/>
              </p14:xfrm>
            </p:contentPart>
          </mc:Choice>
          <mc:Fallback xmlns="">
            <p:pic>
              <p:nvPicPr>
                <p:cNvPr id="2063" name="Ink 2062">
                  <a:extLst>
                    <a:ext uri="{FF2B5EF4-FFF2-40B4-BE49-F238E27FC236}">
                      <a16:creationId xmlns:a16="http://schemas.microsoft.com/office/drawing/2014/main" id="{8A15F68C-DBD5-8095-937F-93288D5DB8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5520" y="14941690"/>
                  <a:ext cx="25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76" name="Ink 2075">
                  <a:extLst>
                    <a:ext uri="{FF2B5EF4-FFF2-40B4-BE49-F238E27FC236}">
                      <a16:creationId xmlns:a16="http://schemas.microsoft.com/office/drawing/2014/main" id="{EBDF71B5-3821-48D5-BDCA-EBAD401EB076}"/>
                    </a:ext>
                  </a:extLst>
                </p14:cNvPr>
                <p14:cNvContentPartPr/>
                <p14:nvPr/>
              </p14:nvContentPartPr>
              <p14:xfrm>
                <a:off x="660320" y="14966530"/>
                <a:ext cx="44640" cy="11880"/>
              </p14:xfrm>
            </p:contentPart>
          </mc:Choice>
          <mc:Fallback xmlns="">
            <p:pic>
              <p:nvPicPr>
                <p:cNvPr id="2076" name="Ink 2075">
                  <a:extLst>
                    <a:ext uri="{FF2B5EF4-FFF2-40B4-BE49-F238E27FC236}">
                      <a16:creationId xmlns:a16="http://schemas.microsoft.com/office/drawing/2014/main" id="{EBDF71B5-3821-48D5-BDCA-EBAD401EB0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4200" y="14960410"/>
                  <a:ext cx="56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82" name="Ink 2081">
                  <a:extLst>
                    <a:ext uri="{FF2B5EF4-FFF2-40B4-BE49-F238E27FC236}">
                      <a16:creationId xmlns:a16="http://schemas.microsoft.com/office/drawing/2014/main" id="{223CE236-62BE-5216-A438-ED5519748A17}"/>
                    </a:ext>
                  </a:extLst>
                </p14:cNvPr>
                <p14:cNvContentPartPr/>
                <p14:nvPr/>
              </p14:nvContentPartPr>
              <p14:xfrm>
                <a:off x="687680" y="14979490"/>
                <a:ext cx="17280" cy="6840"/>
              </p14:xfrm>
            </p:contentPart>
          </mc:Choice>
          <mc:Fallback xmlns="">
            <p:pic>
              <p:nvPicPr>
                <p:cNvPr id="2082" name="Ink 2081">
                  <a:extLst>
                    <a:ext uri="{FF2B5EF4-FFF2-40B4-BE49-F238E27FC236}">
                      <a16:creationId xmlns:a16="http://schemas.microsoft.com/office/drawing/2014/main" id="{223CE236-62BE-5216-A438-ED5519748A1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81560" y="14973370"/>
                  <a:ext cx="295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CF88EC71-A1AC-3B61-6763-FB5C92DA1F42}"/>
              </a:ext>
            </a:extLst>
          </p:cNvPr>
          <p:cNvGrpSpPr/>
          <p:nvPr/>
        </p:nvGrpSpPr>
        <p:grpSpPr>
          <a:xfrm>
            <a:off x="685520" y="14934850"/>
            <a:ext cx="38520" cy="75960"/>
            <a:chOff x="685520" y="14934850"/>
            <a:chExt cx="3852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84" name="Ink 2083">
                  <a:extLst>
                    <a:ext uri="{FF2B5EF4-FFF2-40B4-BE49-F238E27FC236}">
                      <a16:creationId xmlns:a16="http://schemas.microsoft.com/office/drawing/2014/main" id="{FF8E9F76-9396-86A9-C553-268E30257732}"/>
                    </a:ext>
                  </a:extLst>
                </p14:cNvPr>
                <p14:cNvContentPartPr/>
                <p14:nvPr/>
              </p14:nvContentPartPr>
              <p14:xfrm>
                <a:off x="693080" y="14934850"/>
                <a:ext cx="30960" cy="63000"/>
              </p14:xfrm>
            </p:contentPart>
          </mc:Choice>
          <mc:Fallback xmlns="">
            <p:pic>
              <p:nvPicPr>
                <p:cNvPr id="2084" name="Ink 2083">
                  <a:extLst>
                    <a:ext uri="{FF2B5EF4-FFF2-40B4-BE49-F238E27FC236}">
                      <a16:creationId xmlns:a16="http://schemas.microsoft.com/office/drawing/2014/main" id="{FF8E9F76-9396-86A9-C553-268E302577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6960" y="14928730"/>
                  <a:ext cx="43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86" name="Ink 2085">
                  <a:extLst>
                    <a:ext uri="{FF2B5EF4-FFF2-40B4-BE49-F238E27FC236}">
                      <a16:creationId xmlns:a16="http://schemas.microsoft.com/office/drawing/2014/main" id="{30C39305-14C4-2924-EC4E-C1D39B9D11A3}"/>
                    </a:ext>
                  </a:extLst>
                </p14:cNvPr>
                <p14:cNvContentPartPr/>
                <p14:nvPr/>
              </p14:nvContentPartPr>
              <p14:xfrm>
                <a:off x="685520" y="14941330"/>
                <a:ext cx="360" cy="69480"/>
              </p14:xfrm>
            </p:contentPart>
          </mc:Choice>
          <mc:Fallback xmlns="">
            <p:pic>
              <p:nvPicPr>
                <p:cNvPr id="2086" name="Ink 2085">
                  <a:extLst>
                    <a:ext uri="{FF2B5EF4-FFF2-40B4-BE49-F238E27FC236}">
                      <a16:creationId xmlns:a16="http://schemas.microsoft.com/office/drawing/2014/main" id="{30C39305-14C4-2924-EC4E-C1D39B9D11A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9400" y="14935210"/>
                  <a:ext cx="12600" cy="81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C519DA5-2590-3B93-4FA9-9C1CD043585F}"/>
              </a:ext>
            </a:extLst>
          </p:cNvPr>
          <p:cNvSpPr txBox="1"/>
          <p:nvPr/>
        </p:nvSpPr>
        <p:spPr bwMode="auto">
          <a:xfrm>
            <a:off x="542144" y="4437183"/>
            <a:ext cx="9429334" cy="64054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marL="455613" indent="-455613" algn="l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endParaRPr lang="en-GB" sz="4100" b="1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6257A3F-7950-7045-5951-16E369B9E6B9}"/>
              </a:ext>
            </a:extLst>
          </p:cNvPr>
          <p:cNvSpPr/>
          <p:nvPr/>
        </p:nvSpPr>
        <p:spPr bwMode="auto">
          <a:xfrm>
            <a:off x="10800000" y="14276664"/>
            <a:ext cx="10080000" cy="14167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2072" name="Rectangle: Rounded Corners 2071">
            <a:extLst>
              <a:ext uri="{FF2B5EF4-FFF2-40B4-BE49-F238E27FC236}">
                <a16:creationId xmlns:a16="http://schemas.microsoft.com/office/drawing/2014/main" id="{94530128-6ECF-7BA3-E246-EBDA6C132B07}"/>
              </a:ext>
            </a:extLst>
          </p:cNvPr>
          <p:cNvSpPr/>
          <p:nvPr/>
        </p:nvSpPr>
        <p:spPr bwMode="auto">
          <a:xfrm>
            <a:off x="12304563" y="14009876"/>
            <a:ext cx="7080584" cy="81578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2952750"/>
            <a:r>
              <a:rPr lang="en-GB" sz="3500" b="1" kern="0" dirty="0">
                <a:solidFill>
                  <a:schemeClr val="bg1"/>
                </a:solidFill>
                <a:latin typeface="Arial"/>
                <a:cs typeface="Arial"/>
              </a:rPr>
              <a:t>Maximum Velocity Switching</a:t>
            </a:r>
            <a:endParaRPr kumimoji="0" lang="en-GB" sz="3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dg Vesta" pitchFamily="2" charset="0"/>
            </a:endParaRP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24A121B7-8431-D140-CE3F-E0C621227876}"/>
              </a:ext>
            </a:extLst>
          </p:cNvPr>
          <p:cNvSpPr txBox="1"/>
          <p:nvPr/>
        </p:nvSpPr>
        <p:spPr bwMode="auto">
          <a:xfrm>
            <a:off x="360000" y="4425663"/>
            <a:ext cx="13024129" cy="616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marL="455613" indent="-455613" algn="l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r>
              <a:rPr lang="en-GB" sz="41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Koray Can YIGIT   |   William HARWIN</a:t>
            </a:r>
          </a:p>
        </p:txBody>
      </p:sp>
      <p:sp>
        <p:nvSpPr>
          <p:cNvPr id="2069" name="Rectangle: Rounded Corners 2068">
            <a:extLst>
              <a:ext uri="{FF2B5EF4-FFF2-40B4-BE49-F238E27FC236}">
                <a16:creationId xmlns:a16="http://schemas.microsoft.com/office/drawing/2014/main" id="{3FA35535-70CF-A41F-2B9B-FE75FAD3CCE8}"/>
              </a:ext>
            </a:extLst>
          </p:cNvPr>
          <p:cNvSpPr/>
          <p:nvPr/>
        </p:nvSpPr>
        <p:spPr bwMode="auto">
          <a:xfrm>
            <a:off x="10588389" y="5693706"/>
            <a:ext cx="10080000" cy="34372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2080" name="TextBox 2079">
            <a:extLst>
              <a:ext uri="{FF2B5EF4-FFF2-40B4-BE49-F238E27FC236}">
                <a16:creationId xmlns:a16="http://schemas.microsoft.com/office/drawing/2014/main" id="{CE58E0F3-00B0-4C07-DF4A-BE4045932C24}"/>
              </a:ext>
            </a:extLst>
          </p:cNvPr>
          <p:cNvSpPr txBox="1"/>
          <p:nvPr/>
        </p:nvSpPr>
        <p:spPr bwMode="auto">
          <a:xfrm>
            <a:off x="795014" y="29247110"/>
            <a:ext cx="19982836" cy="87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marL="455613" indent="-455613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r>
              <a:rPr lang="en-GB" sz="28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results show a significant improvement in trajectory adaptability,  motion smoothness, while exploiting intrinsic dynamic properties of the robot and maintaining stable performance in unstructured environments.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411C70-E478-4D4C-BB3B-F38F5FC330C5}"/>
              </a:ext>
            </a:extLst>
          </p:cNvPr>
          <p:cNvSpPr/>
          <p:nvPr/>
        </p:nvSpPr>
        <p:spPr bwMode="auto">
          <a:xfrm>
            <a:off x="13250321" y="5402051"/>
            <a:ext cx="5390291" cy="7138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35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35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  <a:endParaRPr kumimoji="0" lang="en-GB" sz="3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dg Vesta" pitchFamily="2" charset="0"/>
            </a:endParaRPr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F88B21A5-261F-C2DA-7003-E16E1FE80A5A}"/>
              </a:ext>
            </a:extLst>
          </p:cNvPr>
          <p:cNvSpPr/>
          <p:nvPr/>
        </p:nvSpPr>
        <p:spPr bwMode="auto">
          <a:xfrm>
            <a:off x="610538" y="1356852"/>
            <a:ext cx="7501075" cy="884903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93FC513B-DC34-8FED-6316-E0CE4A7A620A}"/>
              </a:ext>
            </a:extLst>
          </p:cNvPr>
          <p:cNvSpPr txBox="1"/>
          <p:nvPr/>
        </p:nvSpPr>
        <p:spPr bwMode="auto">
          <a:xfrm>
            <a:off x="3271314" y="1101283"/>
            <a:ext cx="13781032" cy="218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>
            <a:spAutoFit/>
          </a:bodyPr>
          <a:lstStyle/>
          <a:p>
            <a:pPr marL="455613" indent="-455613" algn="ctr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r>
              <a:rPr lang="en-GB" sz="5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Dynamically Aware Robot Trajectory </a:t>
            </a:r>
          </a:p>
          <a:p>
            <a:pPr marL="455613" indent="-455613" algn="ctr" defTabSz="2952750" eaLnBrk="0" hangingPunct="0">
              <a:lnSpc>
                <a:spcPct val="105000"/>
              </a:lnSpc>
              <a:spcBef>
                <a:spcPts val="4400"/>
              </a:spcBef>
              <a:spcAft>
                <a:spcPts val="0"/>
              </a:spcAft>
              <a:buClr>
                <a:schemeClr val="tx2"/>
              </a:buClr>
            </a:pPr>
            <a:r>
              <a:rPr lang="en-GB" sz="5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 and Optimisation</a:t>
            </a:r>
          </a:p>
        </p:txBody>
      </p:sp>
      <p:pic>
        <p:nvPicPr>
          <p:cNvPr id="2093" name="Picture 2092" descr="A group of white squares&#10;&#10;AI-generated content may be incorrect.">
            <a:extLst>
              <a:ext uri="{FF2B5EF4-FFF2-40B4-BE49-F238E27FC236}">
                <a16:creationId xmlns:a16="http://schemas.microsoft.com/office/drawing/2014/main" id="{390FB7F0-B299-D567-F714-B82771C4C85D}"/>
              </a:ext>
            </a:extLst>
          </p:cNvPr>
          <p:cNvPicPr>
            <a:picLocks noChangeAspect="1"/>
          </p:cNvPicPr>
          <p:nvPr/>
        </p:nvPicPr>
        <p:blipFill>
          <a:blip r:embed="rId7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60" y="9521002"/>
            <a:ext cx="18212667" cy="4215392"/>
          </a:xfrm>
          <a:prstGeom prst="rect">
            <a:avLst/>
          </a:prstGeom>
        </p:spPr>
      </p:pic>
      <p:pic>
        <p:nvPicPr>
          <p:cNvPr id="2108" name="Picture 2107" descr="A graph of a function&#10;&#10;AI-generated content may be incorrect.">
            <a:extLst>
              <a:ext uri="{FF2B5EF4-FFF2-40B4-BE49-F238E27FC236}">
                <a16:creationId xmlns:a16="http://schemas.microsoft.com/office/drawing/2014/main" id="{1F2A9599-1AB7-5CBB-3922-55CE1782BC92}"/>
              </a:ext>
            </a:extLst>
          </p:cNvPr>
          <p:cNvPicPr>
            <a:picLocks/>
          </p:cNvPicPr>
          <p:nvPr/>
        </p:nvPicPr>
        <p:blipFill>
          <a:blip r:embed="rId8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15" y="22384834"/>
            <a:ext cx="9000000" cy="5400000"/>
          </a:xfrm>
          <a:prstGeom prst="rect">
            <a:avLst/>
          </a:prstGeom>
        </p:spPr>
      </p:pic>
      <p:pic>
        <p:nvPicPr>
          <p:cNvPr id="2118" name="Picture 2117" descr="A diagram of a graph&#10;&#10;AI-generated content may be incorrect.">
            <a:extLst>
              <a:ext uri="{FF2B5EF4-FFF2-40B4-BE49-F238E27FC236}">
                <a16:creationId xmlns:a16="http://schemas.microsoft.com/office/drawing/2014/main" id="{5C7494D8-922C-E1B1-12D1-B5BEA4990209}"/>
              </a:ext>
            </a:extLst>
          </p:cNvPr>
          <p:cNvPicPr>
            <a:picLocks noChangeAspect="1"/>
          </p:cNvPicPr>
          <p:nvPr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96" y="15387274"/>
            <a:ext cx="8883173" cy="6722979"/>
          </a:xfrm>
          <a:prstGeom prst="rect">
            <a:avLst/>
          </a:prstGeom>
        </p:spPr>
      </p:pic>
      <p:pic>
        <p:nvPicPr>
          <p:cNvPr id="2122" name="Picture 2121" descr="A graph of a function&#10;&#10;AI-generated content may be incorrect.">
            <a:extLst>
              <a:ext uri="{FF2B5EF4-FFF2-40B4-BE49-F238E27FC236}">
                <a16:creationId xmlns:a16="http://schemas.microsoft.com/office/drawing/2014/main" id="{D89DB049-2880-F551-DC4F-6B355D3B30EF}"/>
              </a:ext>
            </a:extLst>
          </p:cNvPr>
          <p:cNvPicPr>
            <a:picLocks noChangeAspect="1"/>
          </p:cNvPicPr>
          <p:nvPr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341" y="23083847"/>
            <a:ext cx="4460959" cy="3965298"/>
          </a:xfrm>
          <a:prstGeom prst="rect">
            <a:avLst/>
          </a:prstGeom>
        </p:spPr>
      </p:pic>
      <p:pic>
        <p:nvPicPr>
          <p:cNvPr id="2124" name="Picture 2123" descr="A graph of a graph&#10;&#10;AI-generated content may be incorrect.">
            <a:extLst>
              <a:ext uri="{FF2B5EF4-FFF2-40B4-BE49-F238E27FC236}">
                <a16:creationId xmlns:a16="http://schemas.microsoft.com/office/drawing/2014/main" id="{F630973E-F11E-103C-91DA-9F24D7E80C07}"/>
              </a:ext>
            </a:extLst>
          </p:cNvPr>
          <p:cNvPicPr>
            <a:picLocks noChangeAspect="1"/>
          </p:cNvPicPr>
          <p:nvPr/>
        </p:nvPicPr>
        <p:blipFill>
          <a:blip r:embed="rId8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268" y="15399204"/>
            <a:ext cx="8277853" cy="551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96512"/>
      </p:ext>
    </p:extLst>
  </p:cSld>
  <p:clrMapOvr>
    <a:masterClrMapping/>
  </p:clrMapOvr>
</p:sld>
</file>

<file path=ppt/theme/theme1.xml><?xml version="1.0" encoding="utf-8"?>
<a:theme xmlns:a="http://schemas.openxmlformats.org/drawingml/2006/main" name="UoR #CE4F2F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lIns="0" tIns="0" rIns="0" bIns="0"/>
      <a:lstStyle>
        <a:defPPr marL="455613" indent="-455613" algn="l" defTabSz="2952750" eaLnBrk="0" hangingPunct="0">
          <a:lnSpc>
            <a:spcPct val="105000"/>
          </a:lnSpc>
          <a:spcBef>
            <a:spcPts val="4400"/>
          </a:spcBef>
          <a:spcAft>
            <a:spcPts val="0"/>
          </a:spcAft>
          <a:buClr>
            <a:schemeClr val="tx2"/>
          </a:buClr>
          <a:defRPr sz="4100" b="1" kern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8D687D27-B946-4FBA-8150-9F172FBFD3DC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UoR #CE4F2F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DA16372C-C8AE-4BEF-9AB6-EF282675B510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UoR #C74486">
  <a:themeElements>
    <a:clrScheme name="03 UoR Conference #C74486">
      <a:dk1>
        <a:srgbClr val="000000"/>
      </a:dk1>
      <a:lt1>
        <a:srgbClr val="FFFFFF"/>
      </a:lt1>
      <a:dk2>
        <a:srgbClr val="C74486"/>
      </a:dk2>
      <a:lt2>
        <a:srgbClr val="808080"/>
      </a:lt2>
      <a:accent1>
        <a:srgbClr val="FCAAD3"/>
      </a:accent1>
      <a:accent2>
        <a:srgbClr val="DB8EB5"/>
      </a:accent2>
      <a:accent3>
        <a:srgbClr val="FFFFFF"/>
      </a:accent3>
      <a:accent4>
        <a:srgbClr val="810443"/>
      </a:accent4>
      <a:accent5>
        <a:srgbClr val="DB8EB5"/>
      </a:accent5>
      <a:accent6>
        <a:srgbClr val="000000"/>
      </a:accent6>
      <a:hlink>
        <a:srgbClr val="C74486"/>
      </a:hlink>
      <a:folHlink>
        <a:srgbClr val="81044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EDDCA094-D80C-4D1A-9F56-52CCF7C6B5E1}"/>
    </a:ext>
  </a:extLst>
</a:theme>
</file>

<file path=ppt/theme/theme6.xml><?xml version="1.0" encoding="utf-8"?>
<a:theme xmlns:a="http://schemas.openxmlformats.org/drawingml/2006/main" name="UoR #7F6BAE">
  <a:themeElements>
    <a:clrScheme name="04 UoR Conference #7F6BAE">
      <a:dk1>
        <a:srgbClr val="000000"/>
      </a:dk1>
      <a:lt1>
        <a:srgbClr val="FFFFFF"/>
      </a:lt1>
      <a:dk2>
        <a:srgbClr val="7F6BAE"/>
      </a:dk2>
      <a:lt2>
        <a:srgbClr val="808080"/>
      </a:lt2>
      <a:accent1>
        <a:srgbClr val="D2C4F2"/>
      </a:accent1>
      <a:accent2>
        <a:srgbClr val="B6A4E0"/>
      </a:accent2>
      <a:accent3>
        <a:srgbClr val="FFFFFF"/>
      </a:accent3>
      <a:accent4>
        <a:srgbClr val="4D3E70"/>
      </a:accent4>
      <a:accent5>
        <a:srgbClr val="B6A4E0"/>
      </a:accent5>
      <a:accent6>
        <a:srgbClr val="000000"/>
      </a:accent6>
      <a:hlink>
        <a:srgbClr val="7F6BAE"/>
      </a:hlink>
      <a:folHlink>
        <a:srgbClr val="4D3E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52FD576F-A30F-42C3-B3D4-FC5E4D78EA82}"/>
    </a:ext>
  </a:extLst>
</a:theme>
</file>

<file path=ppt/theme/theme7.xml><?xml version="1.0" encoding="utf-8"?>
<a:theme xmlns:a="http://schemas.openxmlformats.org/drawingml/2006/main" name="UoR #6F7D14">
  <a:themeElements>
    <a:clrScheme name="05 UoR Conference #6F7D14">
      <a:dk1>
        <a:srgbClr val="000000"/>
      </a:dk1>
      <a:lt1>
        <a:srgbClr val="FFFFFF"/>
      </a:lt1>
      <a:dk2>
        <a:srgbClr val="6F7D14"/>
      </a:dk2>
      <a:lt2>
        <a:srgbClr val="808080"/>
      </a:lt2>
      <a:accent1>
        <a:srgbClr val="BDCC5A"/>
      </a:accent1>
      <a:accent2>
        <a:srgbClr val="9DAE32"/>
      </a:accent2>
      <a:accent3>
        <a:srgbClr val="FFFFFF"/>
      </a:accent3>
      <a:accent4>
        <a:srgbClr val="444E02"/>
      </a:accent4>
      <a:accent5>
        <a:srgbClr val="BDCC5A"/>
      </a:accent5>
      <a:accent6>
        <a:srgbClr val="000000"/>
      </a:accent6>
      <a:hlink>
        <a:srgbClr val="6F7D14"/>
      </a:hlink>
      <a:folHlink>
        <a:srgbClr val="444E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AF9CF2F7-CEBC-4757-A562-538A8568A1B6}"/>
    </a:ext>
  </a:extLst>
</a:theme>
</file>

<file path=ppt/theme/theme8.xml><?xml version="1.0" encoding="utf-8"?>
<a:theme xmlns:a="http://schemas.openxmlformats.org/drawingml/2006/main" name="1_Rdg conference poster 2011portrait">
  <a:themeElements>
    <a:clrScheme name="06 UoR Conference #2B7DAE">
      <a:dk1>
        <a:srgbClr val="000000"/>
      </a:dk1>
      <a:lt1>
        <a:srgbClr val="FFFFFF"/>
      </a:lt1>
      <a:dk2>
        <a:srgbClr val="2B7DAE"/>
      </a:dk2>
      <a:lt2>
        <a:srgbClr val="808080"/>
      </a:lt2>
      <a:accent1>
        <a:srgbClr val="7CCDFD"/>
      </a:accent1>
      <a:accent2>
        <a:srgbClr val="62B4E7"/>
      </a:accent2>
      <a:accent3>
        <a:srgbClr val="FFFFFF"/>
      </a:accent3>
      <a:accent4>
        <a:srgbClr val="114E72"/>
      </a:accent4>
      <a:accent5>
        <a:srgbClr val="7CCDFD"/>
      </a:accent5>
      <a:accent6>
        <a:srgbClr val="000000"/>
      </a:accent6>
      <a:hlink>
        <a:srgbClr val="2B7DAE"/>
      </a:hlink>
      <a:folHlink>
        <a:srgbClr val="114E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UoR Conference 2022 portrait HT v2.pptx" id="{F18A0F39-BBEB-43DB-BFD6-81A744C52318}" vid="{1757E75D-6B58-43A6-AFC1-7824D5CC8EBB}"/>
    </a:ext>
  </a:ext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rdg-conferences-portrait</Template>
  <TotalTime>1578</TotalTime>
  <Words>57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Aptos Display</vt:lpstr>
      <vt:lpstr>Arial</vt:lpstr>
      <vt:lpstr>Rdg Vesta</vt:lpstr>
      <vt:lpstr>UoR #CE4F2F</vt:lpstr>
      <vt:lpstr>1_Custom Design</vt:lpstr>
      <vt:lpstr>1_UoR #CE4F2F</vt:lpstr>
      <vt:lpstr>Custom Design</vt:lpstr>
      <vt:lpstr>UoR #C74486</vt:lpstr>
      <vt:lpstr>UoR #7F6BAE</vt:lpstr>
      <vt:lpstr>UoR #6F7D14</vt:lpstr>
      <vt:lpstr>1_Rdg conference poster 2011portrait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and conference poster</dc:subject>
  <dc:creator>Zeynep Busra Velioglu</dc:creator>
  <cp:lastModifiedBy>Koray Can Yigit</cp:lastModifiedBy>
  <cp:revision>16</cp:revision>
  <dcterms:created xsi:type="dcterms:W3CDTF">2025-05-28T11:04:17Z</dcterms:created>
  <dcterms:modified xsi:type="dcterms:W3CDTF">2025-12-12T12:57:32Z</dcterms:modified>
</cp:coreProperties>
</file>