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slideLayouts/slideLayout13.xml" ContentType="application/vnd.openxmlformats-officedocument.presentationml.slideLayout+xml"/>
  <Override PartName="/ppt/theme/theme3.xml" ContentType="application/vnd.openxmlformats-officedocument.theme+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4.xml" ContentType="application/vnd.openxmlformats-officedocument.theme+xml"/>
  <Override PartName="/ppt/slideLayouts/slideLayout25.xml" ContentType="application/vnd.openxmlformats-officedocument.presentationml.slideLayout+xml"/>
  <Override PartName="/ppt/theme/theme5.xml" ContentType="application/vnd.openxmlformats-officedocument.theme+xml"/>
  <Override PartName="/ppt/slideLayouts/slideLayout26.xml" ContentType="application/vnd.openxmlformats-officedocument.presentationml.slideLayout+xml"/>
  <Override PartName="/ppt/theme/theme6.xml" ContentType="application/vnd.openxmlformats-officedocument.theme+xml"/>
  <Override PartName="/ppt/slideLayouts/slideLayout27.xml" ContentType="application/vnd.openxmlformats-officedocument.presentationml.slideLayout+xml"/>
  <Override PartName="/ppt/theme/theme7.xml" ContentType="application/vnd.openxmlformats-officedocument.theme+xml"/>
  <Override PartName="/ppt/slideLayouts/slideLayout28.xml" ContentType="application/vnd.openxmlformats-officedocument.presentationml.slideLayout+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62" r:id="rId1"/>
    <p:sldMasterId id="2147483688" r:id="rId2"/>
    <p:sldMasterId id="2147483674" r:id="rId3"/>
    <p:sldMasterId id="2147483676" r:id="rId4"/>
    <p:sldMasterId id="2147483664" r:id="rId5"/>
    <p:sldMasterId id="2147483666" r:id="rId6"/>
    <p:sldMasterId id="2147483668" r:id="rId7"/>
    <p:sldMasterId id="2147483672" r:id="rId8"/>
  </p:sldMasterIdLst>
  <p:notesMasterIdLst>
    <p:notesMasterId r:id="rId10"/>
  </p:notesMasterIdLst>
  <p:handoutMasterIdLst>
    <p:handoutMasterId r:id="rId11"/>
  </p:handoutMasterIdLst>
  <p:sldIdLst>
    <p:sldId id="264" r:id="rId9"/>
  </p:sldIdLst>
  <p:sldSz cx="21388388" cy="30279975"/>
  <p:notesSz cx="7104063" cy="10234613"/>
  <p:defaultTextStyle>
    <a:defPPr>
      <a:defRPr lang="en-GB"/>
    </a:defPPr>
    <a:lvl1pPr algn="l" rtl="0" fontAlgn="base">
      <a:spcBef>
        <a:spcPct val="0"/>
      </a:spcBef>
      <a:spcAft>
        <a:spcPct val="0"/>
      </a:spcAft>
      <a:defRPr sz="1300" kern="1200">
        <a:solidFill>
          <a:schemeClr val="tx1"/>
        </a:solidFill>
        <a:latin typeface="Rdg Vesta" pitchFamily="2" charset="0"/>
        <a:ea typeface="+mn-ea"/>
        <a:cs typeface="+mn-cs"/>
      </a:defRPr>
    </a:lvl1pPr>
    <a:lvl2pPr marL="457200" algn="l" rtl="0" fontAlgn="base">
      <a:spcBef>
        <a:spcPct val="0"/>
      </a:spcBef>
      <a:spcAft>
        <a:spcPct val="0"/>
      </a:spcAft>
      <a:defRPr sz="1300" kern="1200">
        <a:solidFill>
          <a:schemeClr val="tx1"/>
        </a:solidFill>
        <a:latin typeface="Rdg Vesta" pitchFamily="2" charset="0"/>
        <a:ea typeface="+mn-ea"/>
        <a:cs typeface="+mn-cs"/>
      </a:defRPr>
    </a:lvl2pPr>
    <a:lvl3pPr marL="914400" algn="l" rtl="0" fontAlgn="base">
      <a:spcBef>
        <a:spcPct val="0"/>
      </a:spcBef>
      <a:spcAft>
        <a:spcPct val="0"/>
      </a:spcAft>
      <a:defRPr sz="1300" kern="1200">
        <a:solidFill>
          <a:schemeClr val="tx1"/>
        </a:solidFill>
        <a:latin typeface="Rdg Vesta" pitchFamily="2" charset="0"/>
        <a:ea typeface="+mn-ea"/>
        <a:cs typeface="+mn-cs"/>
      </a:defRPr>
    </a:lvl3pPr>
    <a:lvl4pPr marL="1371600" algn="l" rtl="0" fontAlgn="base">
      <a:spcBef>
        <a:spcPct val="0"/>
      </a:spcBef>
      <a:spcAft>
        <a:spcPct val="0"/>
      </a:spcAft>
      <a:defRPr sz="1300" kern="1200">
        <a:solidFill>
          <a:schemeClr val="tx1"/>
        </a:solidFill>
        <a:latin typeface="Rdg Vesta" pitchFamily="2" charset="0"/>
        <a:ea typeface="+mn-ea"/>
        <a:cs typeface="+mn-cs"/>
      </a:defRPr>
    </a:lvl4pPr>
    <a:lvl5pPr marL="1828800" algn="l" rtl="0" fontAlgn="base">
      <a:spcBef>
        <a:spcPct val="0"/>
      </a:spcBef>
      <a:spcAft>
        <a:spcPct val="0"/>
      </a:spcAft>
      <a:defRPr sz="1300" kern="1200">
        <a:solidFill>
          <a:schemeClr val="tx1"/>
        </a:solidFill>
        <a:latin typeface="Rdg Vesta" pitchFamily="2" charset="0"/>
        <a:ea typeface="+mn-ea"/>
        <a:cs typeface="+mn-cs"/>
      </a:defRPr>
    </a:lvl5pPr>
    <a:lvl6pPr marL="2286000" algn="l" defTabSz="914400" rtl="0" eaLnBrk="1" latinLnBrk="0" hangingPunct="1">
      <a:defRPr sz="1300" kern="1200">
        <a:solidFill>
          <a:schemeClr val="tx1"/>
        </a:solidFill>
        <a:latin typeface="Rdg Vesta" pitchFamily="2" charset="0"/>
        <a:ea typeface="+mn-ea"/>
        <a:cs typeface="+mn-cs"/>
      </a:defRPr>
    </a:lvl6pPr>
    <a:lvl7pPr marL="2743200" algn="l" defTabSz="914400" rtl="0" eaLnBrk="1" latinLnBrk="0" hangingPunct="1">
      <a:defRPr sz="1300" kern="1200">
        <a:solidFill>
          <a:schemeClr val="tx1"/>
        </a:solidFill>
        <a:latin typeface="Rdg Vesta" pitchFamily="2" charset="0"/>
        <a:ea typeface="+mn-ea"/>
        <a:cs typeface="+mn-cs"/>
      </a:defRPr>
    </a:lvl7pPr>
    <a:lvl8pPr marL="3200400" algn="l" defTabSz="914400" rtl="0" eaLnBrk="1" latinLnBrk="0" hangingPunct="1">
      <a:defRPr sz="1300" kern="1200">
        <a:solidFill>
          <a:schemeClr val="tx1"/>
        </a:solidFill>
        <a:latin typeface="Rdg Vesta" pitchFamily="2" charset="0"/>
        <a:ea typeface="+mn-ea"/>
        <a:cs typeface="+mn-cs"/>
      </a:defRPr>
    </a:lvl8pPr>
    <a:lvl9pPr marL="3657600" algn="l" defTabSz="914400" rtl="0" eaLnBrk="1" latinLnBrk="0" hangingPunct="1">
      <a:defRPr sz="1300" kern="1200">
        <a:solidFill>
          <a:schemeClr val="tx1"/>
        </a:solidFill>
        <a:latin typeface="Rdg Vesta" pitchFamily="2" charset="0"/>
        <a:ea typeface="+mn-ea"/>
        <a:cs typeface="+mn-cs"/>
      </a:defRPr>
    </a:lvl9pPr>
  </p:defaultTextStyle>
  <p:extLst>
    <p:ext uri="{EFAFB233-063F-42B5-8137-9DF3F51BA10A}">
      <p15:sldGuideLst xmlns:p15="http://schemas.microsoft.com/office/powerpoint/2012/main">
        <p15:guide id="1" orient="horz">
          <p15:clr>
            <a:srgbClr val="A4A3A4"/>
          </p15:clr>
        </p15:guide>
        <p15:guide id="2" pos="522">
          <p15:clr>
            <a:srgbClr val="A4A3A4"/>
          </p15:clr>
        </p15:guide>
      </p15:sldGuideLst>
    </p:ext>
    <p:ext uri="{2D200454-40CA-4A62-9FC3-DE9A4176ACB9}">
      <p15:notesGuideLst xmlns:p15="http://schemas.microsoft.com/office/powerpoint/2012/main">
        <p15:guide id="1" orient="horz" pos="3224" userDrawn="1">
          <p15:clr>
            <a:srgbClr val="A4A3A4"/>
          </p15:clr>
        </p15:guide>
        <p15:guide id="2" pos="2237"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8C8C8"/>
    <a:srgbClr val="E6E6E6"/>
    <a:srgbClr val="EBEBEB"/>
    <a:srgbClr val="A6ACF5"/>
    <a:srgbClr val="7A93DE"/>
    <a:srgbClr val="FF6A00"/>
    <a:srgbClr val="FFAA00"/>
    <a:srgbClr val="2A9C2A"/>
    <a:srgbClr val="FF6600"/>
    <a:srgbClr val="106DB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8A91D6E-A7BC-57B3-1791-2021CD8C3C73}" v="14" dt="2025-12-10T22:38:08.95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66" d="100"/>
          <a:sy n="66" d="100"/>
        </p:scale>
        <p:origin x="372" y="-6252"/>
      </p:cViewPr>
      <p:guideLst>
        <p:guide orient="horz"/>
        <p:guide pos="522"/>
      </p:guideLst>
    </p:cSldViewPr>
  </p:slideViewPr>
  <p:notesTextViewPr>
    <p:cViewPr>
      <p:scale>
        <a:sx n="1" d="1"/>
        <a:sy n="1" d="1"/>
      </p:scale>
      <p:origin x="0" y="0"/>
    </p:cViewPr>
  </p:notesTextViewPr>
  <p:notesViewPr>
    <p:cSldViewPr snapToGrid="0">
      <p:cViewPr>
        <p:scale>
          <a:sx n="1" d="2"/>
          <a:sy n="1" d="2"/>
        </p:scale>
        <p:origin x="0" y="0"/>
      </p:cViewPr>
      <p:guideLst>
        <p:guide orient="horz" pos="3224"/>
        <p:guide pos="2237"/>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Master" Target="slideMasters/slideMaster8.xml"/><Relationship Id="rId13" Type="http://schemas.openxmlformats.org/officeDocument/2006/relationships/viewProps" Target="viewProps.xml"/><Relationship Id="rId3" Type="http://schemas.openxmlformats.org/officeDocument/2006/relationships/slideMaster" Target="slideMasters/slideMaster3.xml"/><Relationship Id="rId7" Type="http://schemas.openxmlformats.org/officeDocument/2006/relationships/slideMaster" Target="slideMasters/slideMaster7.xml"/><Relationship Id="rId12" Type="http://schemas.openxmlformats.org/officeDocument/2006/relationships/presProps" Target="presProps.xml"/><Relationship Id="rId2" Type="http://schemas.openxmlformats.org/officeDocument/2006/relationships/slideMaster" Target="slideMasters/slideMaster2.xml"/><Relationship Id="rId16"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handoutMaster" Target="handoutMasters/handoutMaster1.xml"/><Relationship Id="rId5" Type="http://schemas.openxmlformats.org/officeDocument/2006/relationships/slideMaster" Target="slideMasters/slideMaster5.xml"/><Relationship Id="rId15" Type="http://schemas.openxmlformats.org/officeDocument/2006/relationships/tableStyles" Target="tableStyles.xml"/><Relationship Id="rId10" Type="http://schemas.openxmlformats.org/officeDocument/2006/relationships/notesMaster" Target="notesMasters/notesMaster1.xml"/><Relationship Id="rId4" Type="http://schemas.openxmlformats.org/officeDocument/2006/relationships/slideMaster" Target="slideMasters/slideMaster4.xml"/><Relationship Id="rId9" Type="http://schemas.openxmlformats.org/officeDocument/2006/relationships/slide" Target="slides/slide1.xml"/><Relationship Id="rId14"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10.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8130" name="Rectangle 2"/>
          <p:cNvSpPr>
            <a:spLocks noGrp="1" noChangeArrowheads="1"/>
          </p:cNvSpPr>
          <p:nvPr>
            <p:ph type="hdr" sz="quarter"/>
          </p:nvPr>
        </p:nvSpPr>
        <p:spPr bwMode="auto">
          <a:xfrm>
            <a:off x="0" y="0"/>
            <a:ext cx="3078658" cy="511654"/>
          </a:xfrm>
          <a:prstGeom prst="rect">
            <a:avLst/>
          </a:prstGeom>
          <a:noFill/>
          <a:ln w="9525">
            <a:noFill/>
            <a:miter lim="800000"/>
            <a:headEnd/>
            <a:tailEnd/>
          </a:ln>
          <a:effectLst/>
        </p:spPr>
        <p:txBody>
          <a:bodyPr vert="horz" wrap="square" lIns="44539" tIns="22270" rIns="44539" bIns="22270" numCol="1" anchor="t" anchorCtr="0" compatLnSpc="1">
            <a:prstTxWarp prst="textNoShape">
              <a:avLst/>
            </a:prstTxWarp>
          </a:bodyPr>
          <a:lstStyle>
            <a:lvl1pPr eaLnBrk="0" hangingPunct="0">
              <a:defRPr sz="600"/>
            </a:lvl1pPr>
          </a:lstStyle>
          <a:p>
            <a:pPr>
              <a:defRPr/>
            </a:pPr>
            <a:endParaRPr lang="en-GB"/>
          </a:p>
        </p:txBody>
      </p:sp>
      <p:sp>
        <p:nvSpPr>
          <p:cNvPr id="48131" name="Rectangle 3"/>
          <p:cNvSpPr>
            <a:spLocks noGrp="1" noChangeArrowheads="1"/>
          </p:cNvSpPr>
          <p:nvPr>
            <p:ph type="dt" sz="quarter" idx="1"/>
          </p:nvPr>
        </p:nvSpPr>
        <p:spPr bwMode="auto">
          <a:xfrm>
            <a:off x="4023867" y="0"/>
            <a:ext cx="3078658" cy="511654"/>
          </a:xfrm>
          <a:prstGeom prst="rect">
            <a:avLst/>
          </a:prstGeom>
          <a:noFill/>
          <a:ln w="9525">
            <a:noFill/>
            <a:miter lim="800000"/>
            <a:headEnd/>
            <a:tailEnd/>
          </a:ln>
          <a:effectLst/>
        </p:spPr>
        <p:txBody>
          <a:bodyPr vert="horz" wrap="square" lIns="44539" tIns="22270" rIns="44539" bIns="22270" numCol="1" anchor="t" anchorCtr="0" compatLnSpc="1">
            <a:prstTxWarp prst="textNoShape">
              <a:avLst/>
            </a:prstTxWarp>
          </a:bodyPr>
          <a:lstStyle>
            <a:lvl1pPr algn="r" eaLnBrk="0" hangingPunct="0">
              <a:defRPr sz="600"/>
            </a:lvl1pPr>
          </a:lstStyle>
          <a:p>
            <a:pPr>
              <a:defRPr/>
            </a:pPr>
            <a:endParaRPr lang="en-GB"/>
          </a:p>
        </p:txBody>
      </p:sp>
      <p:sp>
        <p:nvSpPr>
          <p:cNvPr id="48132" name="Rectangle 4"/>
          <p:cNvSpPr>
            <a:spLocks noGrp="1" noChangeArrowheads="1"/>
          </p:cNvSpPr>
          <p:nvPr>
            <p:ph type="ftr" sz="quarter" idx="2"/>
          </p:nvPr>
        </p:nvSpPr>
        <p:spPr bwMode="auto">
          <a:xfrm>
            <a:off x="0" y="9721408"/>
            <a:ext cx="3078658" cy="511653"/>
          </a:xfrm>
          <a:prstGeom prst="rect">
            <a:avLst/>
          </a:prstGeom>
          <a:noFill/>
          <a:ln w="9525">
            <a:noFill/>
            <a:miter lim="800000"/>
            <a:headEnd/>
            <a:tailEnd/>
          </a:ln>
          <a:effectLst/>
        </p:spPr>
        <p:txBody>
          <a:bodyPr vert="horz" wrap="square" lIns="44539" tIns="22270" rIns="44539" bIns="22270" numCol="1" anchor="b" anchorCtr="0" compatLnSpc="1">
            <a:prstTxWarp prst="textNoShape">
              <a:avLst/>
            </a:prstTxWarp>
          </a:bodyPr>
          <a:lstStyle>
            <a:lvl1pPr eaLnBrk="0" hangingPunct="0">
              <a:defRPr sz="600"/>
            </a:lvl1pPr>
          </a:lstStyle>
          <a:p>
            <a:pPr>
              <a:defRPr/>
            </a:pPr>
            <a:endParaRPr lang="en-GB"/>
          </a:p>
        </p:txBody>
      </p:sp>
      <p:sp>
        <p:nvSpPr>
          <p:cNvPr id="48133" name="Rectangle 5"/>
          <p:cNvSpPr>
            <a:spLocks noGrp="1" noChangeArrowheads="1"/>
          </p:cNvSpPr>
          <p:nvPr>
            <p:ph type="sldNum" sz="quarter" idx="3"/>
          </p:nvPr>
        </p:nvSpPr>
        <p:spPr bwMode="auto">
          <a:xfrm>
            <a:off x="4023867" y="9721408"/>
            <a:ext cx="3078658" cy="511653"/>
          </a:xfrm>
          <a:prstGeom prst="rect">
            <a:avLst/>
          </a:prstGeom>
          <a:noFill/>
          <a:ln w="9525">
            <a:noFill/>
            <a:miter lim="800000"/>
            <a:headEnd/>
            <a:tailEnd/>
          </a:ln>
          <a:effectLst/>
        </p:spPr>
        <p:txBody>
          <a:bodyPr vert="horz" wrap="square" lIns="44539" tIns="22270" rIns="44539" bIns="22270" numCol="1" anchor="b" anchorCtr="0" compatLnSpc="1">
            <a:prstTxWarp prst="textNoShape">
              <a:avLst/>
            </a:prstTxWarp>
          </a:bodyPr>
          <a:lstStyle>
            <a:lvl1pPr algn="r" eaLnBrk="0" hangingPunct="0">
              <a:defRPr sz="600"/>
            </a:lvl1pPr>
          </a:lstStyle>
          <a:p>
            <a:pPr>
              <a:defRPr/>
            </a:pPr>
            <a:fld id="{4106BD75-3EFD-4C18-B180-068DCC7276BD}" type="slidenum">
              <a:rPr lang="en-GB"/>
              <a:pPr>
                <a:defRPr/>
              </a:pPr>
              <a:t>‹#›</a:t>
            </a:fld>
            <a:endParaRPr lang="en-GB"/>
          </a:p>
        </p:txBody>
      </p:sp>
    </p:spTree>
    <p:extLst>
      <p:ext uri="{BB962C8B-B14F-4D97-AF65-F5344CB8AC3E}">
        <p14:creationId xmlns:p14="http://schemas.microsoft.com/office/powerpoint/2010/main" val="175842127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9.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098" name="Rectangle 2"/>
          <p:cNvSpPr>
            <a:spLocks noGrp="1" noChangeArrowheads="1"/>
          </p:cNvSpPr>
          <p:nvPr>
            <p:ph type="hdr" sz="quarter"/>
          </p:nvPr>
        </p:nvSpPr>
        <p:spPr bwMode="auto">
          <a:xfrm>
            <a:off x="0" y="0"/>
            <a:ext cx="3078658" cy="513206"/>
          </a:xfrm>
          <a:prstGeom prst="rect">
            <a:avLst/>
          </a:prstGeom>
          <a:noFill/>
          <a:ln w="9525">
            <a:noFill/>
            <a:miter lim="800000"/>
            <a:headEnd/>
            <a:tailEnd/>
          </a:ln>
          <a:effectLst/>
        </p:spPr>
        <p:txBody>
          <a:bodyPr vert="horz" wrap="square" lIns="98999" tIns="49501" rIns="98999" bIns="49501" numCol="1" anchor="t" anchorCtr="0" compatLnSpc="1">
            <a:prstTxWarp prst="textNoShape">
              <a:avLst/>
            </a:prstTxWarp>
          </a:bodyPr>
          <a:lstStyle>
            <a:lvl1pPr defTabSz="990542" eaLnBrk="0" hangingPunct="0">
              <a:defRPr sz="1300"/>
            </a:lvl1pPr>
          </a:lstStyle>
          <a:p>
            <a:pPr>
              <a:defRPr/>
            </a:pPr>
            <a:endParaRPr lang="en-GB"/>
          </a:p>
        </p:txBody>
      </p:sp>
      <p:sp>
        <p:nvSpPr>
          <p:cNvPr id="4099" name="Rectangle 3"/>
          <p:cNvSpPr>
            <a:spLocks noGrp="1" noChangeArrowheads="1"/>
          </p:cNvSpPr>
          <p:nvPr>
            <p:ph type="dt" idx="1"/>
          </p:nvPr>
        </p:nvSpPr>
        <p:spPr bwMode="auto">
          <a:xfrm>
            <a:off x="4023867" y="0"/>
            <a:ext cx="3079427" cy="513206"/>
          </a:xfrm>
          <a:prstGeom prst="rect">
            <a:avLst/>
          </a:prstGeom>
          <a:noFill/>
          <a:ln w="9525">
            <a:noFill/>
            <a:miter lim="800000"/>
            <a:headEnd/>
            <a:tailEnd/>
          </a:ln>
          <a:effectLst/>
        </p:spPr>
        <p:txBody>
          <a:bodyPr vert="horz" wrap="square" lIns="98999" tIns="49501" rIns="98999" bIns="49501" numCol="1" anchor="t" anchorCtr="0" compatLnSpc="1">
            <a:prstTxWarp prst="textNoShape">
              <a:avLst/>
            </a:prstTxWarp>
          </a:bodyPr>
          <a:lstStyle>
            <a:lvl1pPr algn="r" defTabSz="990542" eaLnBrk="0" hangingPunct="0">
              <a:defRPr sz="1300"/>
            </a:lvl1pPr>
          </a:lstStyle>
          <a:p>
            <a:pPr>
              <a:defRPr/>
            </a:pPr>
            <a:endParaRPr lang="en-GB"/>
          </a:p>
        </p:txBody>
      </p:sp>
      <p:sp>
        <p:nvSpPr>
          <p:cNvPr id="3076" name="Rectangle 4"/>
          <p:cNvSpPr>
            <a:spLocks noGrp="1" noRot="1" noChangeAspect="1" noChangeArrowheads="1" noTextEdit="1"/>
          </p:cNvSpPr>
          <p:nvPr>
            <p:ph type="sldImg" idx="2"/>
          </p:nvPr>
        </p:nvSpPr>
        <p:spPr bwMode="auto">
          <a:xfrm>
            <a:off x="2197100" y="766763"/>
            <a:ext cx="2713038" cy="3840162"/>
          </a:xfrm>
          <a:prstGeom prst="rect">
            <a:avLst/>
          </a:prstGeom>
          <a:noFill/>
          <a:ln w="9525">
            <a:solidFill>
              <a:srgbClr val="000000"/>
            </a:solidFill>
            <a:miter lim="800000"/>
            <a:headEnd/>
            <a:tailEnd/>
          </a:ln>
        </p:spPr>
      </p:sp>
      <p:sp>
        <p:nvSpPr>
          <p:cNvPr id="4101" name="Rectangle 5"/>
          <p:cNvSpPr>
            <a:spLocks noGrp="1" noChangeArrowheads="1"/>
          </p:cNvSpPr>
          <p:nvPr>
            <p:ph type="body" sz="quarter" idx="3"/>
          </p:nvPr>
        </p:nvSpPr>
        <p:spPr bwMode="auto">
          <a:xfrm>
            <a:off x="710637" y="4862645"/>
            <a:ext cx="5682789" cy="4604101"/>
          </a:xfrm>
          <a:prstGeom prst="rect">
            <a:avLst/>
          </a:prstGeom>
          <a:noFill/>
          <a:ln w="9525">
            <a:noFill/>
            <a:miter lim="800000"/>
            <a:headEnd/>
            <a:tailEnd/>
          </a:ln>
          <a:effectLst/>
        </p:spPr>
        <p:txBody>
          <a:bodyPr vert="horz" wrap="square" lIns="98999" tIns="49501" rIns="98999" bIns="49501" numCol="1" anchor="t" anchorCtr="0" compatLnSpc="1">
            <a:prstTxWarp prst="textNoShape">
              <a:avLst/>
            </a:prstTxWarp>
          </a:bodyPr>
          <a:lstStyle/>
          <a:p>
            <a:pPr lvl="0"/>
            <a:r>
              <a:rPr lang="en-GB" noProof="0"/>
              <a:t>Click to edit Master text styles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4102" name="Rectangle 6"/>
          <p:cNvSpPr>
            <a:spLocks noGrp="1" noChangeArrowheads="1"/>
          </p:cNvSpPr>
          <p:nvPr>
            <p:ph type="ftr" sz="quarter" idx="4"/>
          </p:nvPr>
        </p:nvSpPr>
        <p:spPr bwMode="auto">
          <a:xfrm>
            <a:off x="0" y="9721408"/>
            <a:ext cx="3078658" cy="512429"/>
          </a:xfrm>
          <a:prstGeom prst="rect">
            <a:avLst/>
          </a:prstGeom>
          <a:noFill/>
          <a:ln w="9525">
            <a:noFill/>
            <a:miter lim="800000"/>
            <a:headEnd/>
            <a:tailEnd/>
          </a:ln>
          <a:effectLst/>
        </p:spPr>
        <p:txBody>
          <a:bodyPr vert="horz" wrap="square" lIns="98999" tIns="49501" rIns="98999" bIns="49501" numCol="1" anchor="b" anchorCtr="0" compatLnSpc="1">
            <a:prstTxWarp prst="textNoShape">
              <a:avLst/>
            </a:prstTxWarp>
          </a:bodyPr>
          <a:lstStyle>
            <a:lvl1pPr defTabSz="990542" eaLnBrk="0" hangingPunct="0">
              <a:defRPr sz="1300"/>
            </a:lvl1pPr>
          </a:lstStyle>
          <a:p>
            <a:pPr>
              <a:defRPr/>
            </a:pPr>
            <a:endParaRPr lang="en-GB"/>
          </a:p>
        </p:txBody>
      </p:sp>
      <p:sp>
        <p:nvSpPr>
          <p:cNvPr id="4103" name="Rectangle 7"/>
          <p:cNvSpPr>
            <a:spLocks noGrp="1" noChangeArrowheads="1"/>
          </p:cNvSpPr>
          <p:nvPr>
            <p:ph type="sldNum" sz="quarter" idx="5"/>
          </p:nvPr>
        </p:nvSpPr>
        <p:spPr bwMode="auto">
          <a:xfrm>
            <a:off x="4023867" y="9721408"/>
            <a:ext cx="3079427" cy="512429"/>
          </a:xfrm>
          <a:prstGeom prst="rect">
            <a:avLst/>
          </a:prstGeom>
          <a:noFill/>
          <a:ln w="9525">
            <a:noFill/>
            <a:miter lim="800000"/>
            <a:headEnd/>
            <a:tailEnd/>
          </a:ln>
          <a:effectLst/>
        </p:spPr>
        <p:txBody>
          <a:bodyPr vert="horz" wrap="square" lIns="98999" tIns="49501" rIns="98999" bIns="49501" numCol="1" anchor="b" anchorCtr="0" compatLnSpc="1">
            <a:prstTxWarp prst="textNoShape">
              <a:avLst/>
            </a:prstTxWarp>
          </a:bodyPr>
          <a:lstStyle>
            <a:lvl1pPr algn="r" defTabSz="990542" eaLnBrk="0" hangingPunct="0">
              <a:defRPr sz="1300"/>
            </a:lvl1pPr>
          </a:lstStyle>
          <a:p>
            <a:pPr>
              <a:defRPr/>
            </a:pPr>
            <a:fld id="{5778D20B-1032-4243-B265-D2D63470AEBF}" type="slidenum">
              <a:rPr lang="en-GB"/>
              <a:pPr>
                <a:defRPr/>
              </a:pPr>
              <a:t>‹#›</a:t>
            </a:fld>
            <a:endParaRPr lang="en-GB"/>
          </a:p>
        </p:txBody>
      </p:sp>
    </p:spTree>
    <p:extLst>
      <p:ext uri="{BB962C8B-B14F-4D97-AF65-F5344CB8AC3E}">
        <p14:creationId xmlns:p14="http://schemas.microsoft.com/office/powerpoint/2010/main" val="2947530964"/>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Rdg Vesta" pitchFamily="2" charset="0"/>
        <a:ea typeface="+mn-ea"/>
        <a:cs typeface="+mn-cs"/>
      </a:defRPr>
    </a:lvl1pPr>
    <a:lvl2pPr marL="457200" algn="l" rtl="0" eaLnBrk="0" fontAlgn="base" hangingPunct="0">
      <a:spcBef>
        <a:spcPct val="30000"/>
      </a:spcBef>
      <a:spcAft>
        <a:spcPct val="0"/>
      </a:spcAft>
      <a:defRPr sz="1200" kern="1200">
        <a:solidFill>
          <a:schemeClr val="tx1"/>
        </a:solidFill>
        <a:latin typeface="Rdg Vesta" pitchFamily="2" charset="0"/>
        <a:ea typeface="+mn-ea"/>
        <a:cs typeface="+mn-cs"/>
      </a:defRPr>
    </a:lvl2pPr>
    <a:lvl3pPr marL="914400" algn="l" rtl="0" eaLnBrk="0" fontAlgn="base" hangingPunct="0">
      <a:spcBef>
        <a:spcPct val="30000"/>
      </a:spcBef>
      <a:spcAft>
        <a:spcPct val="0"/>
      </a:spcAft>
      <a:defRPr sz="1200" kern="1200">
        <a:solidFill>
          <a:schemeClr val="tx1"/>
        </a:solidFill>
        <a:latin typeface="Rdg Vesta" pitchFamily="2" charset="0"/>
        <a:ea typeface="+mn-ea"/>
        <a:cs typeface="+mn-cs"/>
      </a:defRPr>
    </a:lvl3pPr>
    <a:lvl4pPr marL="1371600" algn="l" rtl="0" eaLnBrk="0" fontAlgn="base" hangingPunct="0">
      <a:spcBef>
        <a:spcPct val="30000"/>
      </a:spcBef>
      <a:spcAft>
        <a:spcPct val="0"/>
      </a:spcAft>
      <a:defRPr sz="1200" kern="1200">
        <a:solidFill>
          <a:schemeClr val="tx1"/>
        </a:solidFill>
        <a:latin typeface="Rdg Vesta" pitchFamily="2" charset="0"/>
        <a:ea typeface="+mn-ea"/>
        <a:cs typeface="+mn-cs"/>
      </a:defRPr>
    </a:lvl4pPr>
    <a:lvl5pPr marL="1828800" algn="l" rtl="0" eaLnBrk="0" fontAlgn="base" hangingPunct="0">
      <a:spcBef>
        <a:spcPct val="30000"/>
      </a:spcBef>
      <a:spcAft>
        <a:spcPct val="0"/>
      </a:spcAft>
      <a:defRPr sz="1200" kern="1200">
        <a:solidFill>
          <a:schemeClr val="tx1"/>
        </a:solidFill>
        <a:latin typeface="Rdg Vesta" pitchFamily="2"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35BA31-3F85-0EAC-01E3-B4D76271D9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C52A6D-4B1A-F274-4279-4C36340F41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996E77-BBFA-96E5-59A5-62AB791FC47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C2C8B22-62CD-C585-6293-F6C55EB19679}"/>
              </a:ext>
            </a:extLst>
          </p:cNvPr>
          <p:cNvSpPr>
            <a:spLocks noGrp="1"/>
          </p:cNvSpPr>
          <p:nvPr>
            <p:ph type="sldNum" sz="quarter" idx="10"/>
          </p:nvPr>
        </p:nvSpPr>
        <p:spPr/>
        <p:txBody>
          <a:bodyPr/>
          <a:lstStyle/>
          <a:p>
            <a:pPr>
              <a:defRPr/>
            </a:pPr>
            <a:fld id="{5778D20B-1032-4243-B265-D2D63470AEBF}" type="slidenum">
              <a:rPr lang="en-GB" smtClean="0"/>
              <a:pPr>
                <a:defRPr/>
              </a:pPr>
              <a:t>1</a:t>
            </a:fld>
            <a:endParaRPr lang="en-GB"/>
          </a:p>
        </p:txBody>
      </p:sp>
    </p:spTree>
    <p:extLst>
      <p:ext uri="{BB962C8B-B14F-4D97-AF65-F5344CB8AC3E}">
        <p14:creationId xmlns:p14="http://schemas.microsoft.com/office/powerpoint/2010/main" val="33331691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5" name="Content Placeholder 2"/>
          <p:cNvSpPr>
            <a:spLocks noGrp="1"/>
          </p:cNvSpPr>
          <p:nvPr>
            <p:ph idx="1"/>
          </p:nvPr>
        </p:nvSpPr>
        <p:spPr>
          <a:xfrm>
            <a:off x="736600" y="5635625"/>
            <a:ext cx="9344025" cy="23852186"/>
          </a:xfrm>
          <a:prstGeom prst="rect">
            <a:avLst/>
          </a:prstGeom>
        </p:spPr>
        <p:txBody>
          <a:bodyPr/>
          <a:lstStyle>
            <a:lvl1pPr marL="360000" indent="-360000">
              <a:spcBef>
                <a:spcPts val="1400"/>
              </a:spcBef>
              <a:defRPr sz="1900">
                <a:latin typeface="Arial" panose="020B0604020202020204" pitchFamily="34" charset="0"/>
                <a:cs typeface="Arial" panose="020B0604020202020204" pitchFamily="34" charset="0"/>
              </a:defRPr>
            </a:lvl1pPr>
            <a:lvl2pPr marL="720000" indent="-360000">
              <a:spcBef>
                <a:spcPts val="1000"/>
              </a:spcBef>
              <a:buFont typeface="Arial" pitchFamily="34" charset="0"/>
              <a:buChar char="•"/>
              <a:defRPr sz="1900">
                <a:latin typeface="Arial" panose="020B0604020202020204" pitchFamily="34" charset="0"/>
                <a:cs typeface="Arial" panose="020B0604020202020204" pitchFamily="34" charset="0"/>
              </a:defRPr>
            </a:lvl2pPr>
            <a:lvl3pPr marL="1080000" indent="-360000">
              <a:spcBef>
                <a:spcPts val="600"/>
              </a:spcBef>
              <a:buFont typeface="Rdg Vesta" pitchFamily="2" charset="0"/>
              <a:buChar char="−"/>
              <a:defRPr sz="1600">
                <a:latin typeface="Arial" panose="020B0604020202020204" pitchFamily="34" charset="0"/>
                <a:cs typeface="Arial" panose="020B0604020202020204" pitchFamily="34" charset="0"/>
              </a:defRPr>
            </a:lvl3pPr>
            <a:lvl4pPr marL="1350000" indent="-270000">
              <a:spcBef>
                <a:spcPts val="500"/>
              </a:spcBef>
              <a:buFont typeface="Arial" pitchFamily="34" charset="0"/>
              <a:buChar char="•"/>
              <a:defRPr sz="1600">
                <a:latin typeface="Arial" panose="020B0604020202020204" pitchFamily="34" charset="0"/>
                <a:cs typeface="Arial" panose="020B0604020202020204" pitchFamily="34" charset="0"/>
              </a:defRPr>
            </a:lvl4pPr>
            <a:lvl5pPr marL="1530000" indent="-180000">
              <a:spcBef>
                <a:spcPts val="500"/>
              </a:spcBef>
              <a:buClr>
                <a:schemeClr val="tx2"/>
              </a:buClr>
              <a:buFont typeface="Rdg Vesta" pitchFamily="2" charset="0"/>
              <a:buChar char="−"/>
              <a:defRPr sz="1200">
                <a:latin typeface="Arial" panose="020B0604020202020204" pitchFamily="34" charset="0"/>
                <a:cs typeface="Arial" panose="020B0604020202020204" pitchFamily="34" charset="0"/>
              </a:defRPr>
            </a:lvl5pPr>
          </a:lstStyle>
          <a:p>
            <a:pPr marL="455613" marR="0" lvl="0" indent="-455613" algn="l" defTabSz="2952750" rtl="0" eaLnBrk="1" fontAlgn="base" latinLnBrk="0" hangingPunct="1">
              <a:lnSpc>
                <a:spcPct val="125000"/>
              </a:lnSpc>
              <a:spcBef>
                <a:spcPct val="60000"/>
              </a:spcBef>
              <a:spcAft>
                <a:spcPct val="0"/>
              </a:spcAft>
              <a:buClr>
                <a:srgbClr val="158473"/>
              </a:buClr>
              <a:buSzTx/>
              <a:buFontTx/>
              <a:buChar char="•"/>
              <a:tabLst/>
              <a:defRPr/>
            </a:pPr>
            <a:r>
              <a:rPr kumimoji="0" lang="en-US"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Click to edit Master text styles</a:t>
            </a:r>
          </a:p>
          <a:p>
            <a:pPr marL="455613" marR="0" lvl="1" indent="-455613" algn="l" defTabSz="2952750" rtl="0" eaLnBrk="1" fontAlgn="base" latinLnBrk="0" hangingPunct="1">
              <a:lnSpc>
                <a:spcPct val="125000"/>
              </a:lnSpc>
              <a:spcBef>
                <a:spcPct val="60000"/>
              </a:spcBef>
              <a:spcAft>
                <a:spcPct val="0"/>
              </a:spcAft>
              <a:buClr>
                <a:srgbClr val="158473"/>
              </a:buClr>
              <a:buSzTx/>
              <a:buFontTx/>
              <a:buChar char="•"/>
              <a:tabLst/>
              <a:defRPr/>
            </a:pPr>
            <a:r>
              <a:rPr kumimoji="0" lang="en-US"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Second level</a:t>
            </a:r>
          </a:p>
          <a:p>
            <a:pPr marL="455613" marR="0" lvl="2" indent="-455613" algn="l" defTabSz="2952750" rtl="0" eaLnBrk="1" fontAlgn="base" latinLnBrk="0" hangingPunct="1">
              <a:lnSpc>
                <a:spcPct val="125000"/>
              </a:lnSpc>
              <a:spcBef>
                <a:spcPct val="60000"/>
              </a:spcBef>
              <a:spcAft>
                <a:spcPct val="0"/>
              </a:spcAft>
              <a:buClr>
                <a:srgbClr val="158473"/>
              </a:buClr>
              <a:buSzTx/>
              <a:buFontTx/>
              <a:buChar char="•"/>
              <a:tabLst/>
              <a:defRPr/>
            </a:pPr>
            <a:r>
              <a:rPr kumimoji="0" lang="en-US"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Third level</a:t>
            </a:r>
          </a:p>
          <a:p>
            <a:pPr marL="455613" marR="0" lvl="3" indent="-455613" algn="l" defTabSz="2952750" rtl="0" eaLnBrk="1" fontAlgn="base" latinLnBrk="0" hangingPunct="1">
              <a:lnSpc>
                <a:spcPct val="125000"/>
              </a:lnSpc>
              <a:spcBef>
                <a:spcPct val="60000"/>
              </a:spcBef>
              <a:spcAft>
                <a:spcPct val="0"/>
              </a:spcAft>
              <a:buClr>
                <a:srgbClr val="158473"/>
              </a:buClr>
              <a:buSzTx/>
              <a:buFontTx/>
              <a:buChar char="•"/>
              <a:tabLst/>
              <a:defRPr/>
            </a:pPr>
            <a:r>
              <a:rPr kumimoji="0" lang="en-US"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Fourth level</a:t>
            </a:r>
          </a:p>
        </p:txBody>
      </p:sp>
      <p:sp>
        <p:nvSpPr>
          <p:cNvPr id="2" name="Title 1"/>
          <p:cNvSpPr>
            <a:spLocks noGrp="1"/>
          </p:cNvSpPr>
          <p:nvPr>
            <p:ph type="title"/>
          </p:nvPr>
        </p:nvSpPr>
        <p:spPr/>
        <p:txBody>
          <a:bodyPr/>
          <a:lstStyle>
            <a:lvl1pPr>
              <a:defRPr b="1" baseline="-25000"/>
            </a:lvl1pPr>
          </a:lstStyle>
          <a:p>
            <a:r>
              <a:rPr lang="en-US"/>
              <a:t>Click to edit Master title style</a:t>
            </a:r>
            <a:endParaRPr lang="en-GB"/>
          </a:p>
        </p:txBody>
      </p:sp>
    </p:spTree>
    <p:extLst>
      <p:ext uri="{BB962C8B-B14F-4D97-AF65-F5344CB8AC3E}">
        <p14:creationId xmlns:p14="http://schemas.microsoft.com/office/powerpoint/2010/main" val="17967325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AC477C-8B24-798A-3072-7BFC791CAB23}"/>
              </a:ext>
            </a:extLst>
          </p:cNvPr>
          <p:cNvSpPr>
            <a:spLocks noGrp="1"/>
          </p:cNvSpPr>
          <p:nvPr>
            <p:ph type="ctrTitle"/>
          </p:nvPr>
        </p:nvSpPr>
        <p:spPr>
          <a:xfrm>
            <a:off x="2673350" y="4956175"/>
            <a:ext cx="16041688" cy="105410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1BA35B31-0ED4-E32C-309C-5B35CE931CE1}"/>
              </a:ext>
            </a:extLst>
          </p:cNvPr>
          <p:cNvSpPr>
            <a:spLocks noGrp="1"/>
          </p:cNvSpPr>
          <p:nvPr>
            <p:ph type="subTitle" idx="1"/>
          </p:nvPr>
        </p:nvSpPr>
        <p:spPr>
          <a:xfrm>
            <a:off x="2673350" y="15903575"/>
            <a:ext cx="16041688" cy="7310438"/>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8C959300-C580-1839-9011-3CE1B02D0BDF}"/>
              </a:ext>
            </a:extLst>
          </p:cNvPr>
          <p:cNvSpPr>
            <a:spLocks noGrp="1"/>
          </p:cNvSpPr>
          <p:nvPr>
            <p:ph type="dt" sz="half" idx="10"/>
          </p:nvPr>
        </p:nvSpPr>
        <p:spPr/>
        <p:txBody>
          <a:bodyPr/>
          <a:lstStyle/>
          <a:p>
            <a:fld id="{C97EC4C6-B233-4DED-BE25-D2749E462968}" type="datetimeFigureOut">
              <a:rPr lang="en-GB" smtClean="0"/>
              <a:t>16/12/2025</a:t>
            </a:fld>
            <a:endParaRPr lang="en-GB"/>
          </a:p>
        </p:txBody>
      </p:sp>
      <p:sp>
        <p:nvSpPr>
          <p:cNvPr id="5" name="Footer Placeholder 4">
            <a:extLst>
              <a:ext uri="{FF2B5EF4-FFF2-40B4-BE49-F238E27FC236}">
                <a16:creationId xmlns:a16="http://schemas.microsoft.com/office/drawing/2014/main" id="{164E830D-3050-AAB1-561C-2981F2A440D9}"/>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33137331-0B14-AB41-B643-AEFAF9DC54EF}"/>
              </a:ext>
            </a:extLst>
          </p:cNvPr>
          <p:cNvSpPr>
            <a:spLocks noGrp="1"/>
          </p:cNvSpPr>
          <p:nvPr>
            <p:ph type="sldNum" sz="quarter" idx="12"/>
          </p:nvPr>
        </p:nvSpPr>
        <p:spPr/>
        <p:txBody>
          <a:bodyPr/>
          <a:lstStyle/>
          <a:p>
            <a:fld id="{D97EC234-BE33-4EF6-BCA5-C0E094D9EA61}" type="slidenum">
              <a:rPr lang="en-GB" smtClean="0"/>
              <a:t>‹#›</a:t>
            </a:fld>
            <a:endParaRPr lang="en-GB"/>
          </a:p>
        </p:txBody>
      </p:sp>
    </p:spTree>
    <p:extLst>
      <p:ext uri="{BB962C8B-B14F-4D97-AF65-F5344CB8AC3E}">
        <p14:creationId xmlns:p14="http://schemas.microsoft.com/office/powerpoint/2010/main" val="4018990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013FDF-DBCF-D864-E409-98FFE3CC3A7C}"/>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943F115-E406-CA16-E339-0E3CF6EFDA6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5852D152-70F8-2600-3EE2-471607631DA8}"/>
              </a:ext>
            </a:extLst>
          </p:cNvPr>
          <p:cNvSpPr>
            <a:spLocks noGrp="1"/>
          </p:cNvSpPr>
          <p:nvPr>
            <p:ph type="dt" sz="half" idx="10"/>
          </p:nvPr>
        </p:nvSpPr>
        <p:spPr/>
        <p:txBody>
          <a:bodyPr/>
          <a:lstStyle/>
          <a:p>
            <a:fld id="{C97EC4C6-B233-4DED-BE25-D2749E462968}" type="datetimeFigureOut">
              <a:rPr lang="en-GB" smtClean="0"/>
              <a:t>16/12/2025</a:t>
            </a:fld>
            <a:endParaRPr lang="en-GB"/>
          </a:p>
        </p:txBody>
      </p:sp>
      <p:sp>
        <p:nvSpPr>
          <p:cNvPr id="5" name="Footer Placeholder 4">
            <a:extLst>
              <a:ext uri="{FF2B5EF4-FFF2-40B4-BE49-F238E27FC236}">
                <a16:creationId xmlns:a16="http://schemas.microsoft.com/office/drawing/2014/main" id="{B4B09832-76AC-BC34-3E07-BB354FDA222D}"/>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F5C7EF-180B-B369-CAD0-5EB37FD742CC}"/>
              </a:ext>
            </a:extLst>
          </p:cNvPr>
          <p:cNvSpPr>
            <a:spLocks noGrp="1"/>
          </p:cNvSpPr>
          <p:nvPr>
            <p:ph type="sldNum" sz="quarter" idx="12"/>
          </p:nvPr>
        </p:nvSpPr>
        <p:spPr/>
        <p:txBody>
          <a:bodyPr/>
          <a:lstStyle/>
          <a:p>
            <a:fld id="{D97EC234-BE33-4EF6-BCA5-C0E094D9EA61}" type="slidenum">
              <a:rPr lang="en-GB" smtClean="0"/>
              <a:t>‹#›</a:t>
            </a:fld>
            <a:endParaRPr lang="en-GB"/>
          </a:p>
        </p:txBody>
      </p:sp>
    </p:spTree>
    <p:extLst>
      <p:ext uri="{BB962C8B-B14F-4D97-AF65-F5344CB8AC3E}">
        <p14:creationId xmlns:p14="http://schemas.microsoft.com/office/powerpoint/2010/main" val="4636616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0A0BDD-A1E9-5149-59D0-E1663FDA04F1}"/>
              </a:ext>
            </a:extLst>
          </p:cNvPr>
          <p:cNvSpPr>
            <a:spLocks noGrp="1"/>
          </p:cNvSpPr>
          <p:nvPr>
            <p:ph type="title"/>
          </p:nvPr>
        </p:nvSpPr>
        <p:spPr>
          <a:xfrm>
            <a:off x="1458913" y="7548563"/>
            <a:ext cx="18448337" cy="12596812"/>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50B62C9B-654F-0406-E95F-4D694DE98852}"/>
              </a:ext>
            </a:extLst>
          </p:cNvPr>
          <p:cNvSpPr>
            <a:spLocks noGrp="1"/>
          </p:cNvSpPr>
          <p:nvPr>
            <p:ph type="body" idx="1"/>
          </p:nvPr>
        </p:nvSpPr>
        <p:spPr>
          <a:xfrm>
            <a:off x="1458913" y="20264438"/>
            <a:ext cx="18448337" cy="6623050"/>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54FAC54-2FF1-48D7-612C-A6F7239416F6}"/>
              </a:ext>
            </a:extLst>
          </p:cNvPr>
          <p:cNvSpPr>
            <a:spLocks noGrp="1"/>
          </p:cNvSpPr>
          <p:nvPr>
            <p:ph type="dt" sz="half" idx="10"/>
          </p:nvPr>
        </p:nvSpPr>
        <p:spPr/>
        <p:txBody>
          <a:bodyPr/>
          <a:lstStyle/>
          <a:p>
            <a:fld id="{C97EC4C6-B233-4DED-BE25-D2749E462968}" type="datetimeFigureOut">
              <a:rPr lang="en-GB" smtClean="0"/>
              <a:t>16/12/2025</a:t>
            </a:fld>
            <a:endParaRPr lang="en-GB"/>
          </a:p>
        </p:txBody>
      </p:sp>
      <p:sp>
        <p:nvSpPr>
          <p:cNvPr id="5" name="Footer Placeholder 4">
            <a:extLst>
              <a:ext uri="{FF2B5EF4-FFF2-40B4-BE49-F238E27FC236}">
                <a16:creationId xmlns:a16="http://schemas.microsoft.com/office/drawing/2014/main" id="{4288391A-2AF7-FE18-16B1-B2413AC5D3BF}"/>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9A539ED-1BD8-E446-FF63-C4F0134A59E7}"/>
              </a:ext>
            </a:extLst>
          </p:cNvPr>
          <p:cNvSpPr>
            <a:spLocks noGrp="1"/>
          </p:cNvSpPr>
          <p:nvPr>
            <p:ph type="sldNum" sz="quarter" idx="12"/>
          </p:nvPr>
        </p:nvSpPr>
        <p:spPr/>
        <p:txBody>
          <a:bodyPr/>
          <a:lstStyle/>
          <a:p>
            <a:fld id="{D97EC234-BE33-4EF6-BCA5-C0E094D9EA61}" type="slidenum">
              <a:rPr lang="en-GB" smtClean="0"/>
              <a:t>‹#›</a:t>
            </a:fld>
            <a:endParaRPr lang="en-GB"/>
          </a:p>
        </p:txBody>
      </p:sp>
    </p:spTree>
    <p:extLst>
      <p:ext uri="{BB962C8B-B14F-4D97-AF65-F5344CB8AC3E}">
        <p14:creationId xmlns:p14="http://schemas.microsoft.com/office/powerpoint/2010/main" val="30536096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CAA81D-D226-BEB7-2793-192EDA5FD426}"/>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80C723CA-ECAD-8145-EE6D-871B6F4A2005}"/>
              </a:ext>
            </a:extLst>
          </p:cNvPr>
          <p:cNvSpPr>
            <a:spLocks noGrp="1"/>
          </p:cNvSpPr>
          <p:nvPr>
            <p:ph sz="half" idx="1"/>
          </p:nvPr>
        </p:nvSpPr>
        <p:spPr>
          <a:xfrm>
            <a:off x="1470025" y="8061325"/>
            <a:ext cx="9147175" cy="192119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5D44791F-7AE7-881F-F8F1-17A147B66742}"/>
              </a:ext>
            </a:extLst>
          </p:cNvPr>
          <p:cNvSpPr>
            <a:spLocks noGrp="1"/>
          </p:cNvSpPr>
          <p:nvPr>
            <p:ph sz="half" idx="2"/>
          </p:nvPr>
        </p:nvSpPr>
        <p:spPr>
          <a:xfrm>
            <a:off x="10769600" y="8061325"/>
            <a:ext cx="9148763" cy="192119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CAED44B2-29EB-5914-9901-009FB7830749}"/>
              </a:ext>
            </a:extLst>
          </p:cNvPr>
          <p:cNvSpPr>
            <a:spLocks noGrp="1"/>
          </p:cNvSpPr>
          <p:nvPr>
            <p:ph type="dt" sz="half" idx="10"/>
          </p:nvPr>
        </p:nvSpPr>
        <p:spPr/>
        <p:txBody>
          <a:bodyPr/>
          <a:lstStyle/>
          <a:p>
            <a:fld id="{C97EC4C6-B233-4DED-BE25-D2749E462968}" type="datetimeFigureOut">
              <a:rPr lang="en-GB" smtClean="0"/>
              <a:t>16/12/2025</a:t>
            </a:fld>
            <a:endParaRPr lang="en-GB"/>
          </a:p>
        </p:txBody>
      </p:sp>
      <p:sp>
        <p:nvSpPr>
          <p:cNvPr id="6" name="Footer Placeholder 5">
            <a:extLst>
              <a:ext uri="{FF2B5EF4-FFF2-40B4-BE49-F238E27FC236}">
                <a16:creationId xmlns:a16="http://schemas.microsoft.com/office/drawing/2014/main" id="{1557CED6-5A9B-DDEA-9DFE-70E0BE3065EE}"/>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1C6CF82-4EDC-EC96-235A-2A72E2824EF1}"/>
              </a:ext>
            </a:extLst>
          </p:cNvPr>
          <p:cNvSpPr>
            <a:spLocks noGrp="1"/>
          </p:cNvSpPr>
          <p:nvPr>
            <p:ph type="sldNum" sz="quarter" idx="12"/>
          </p:nvPr>
        </p:nvSpPr>
        <p:spPr/>
        <p:txBody>
          <a:bodyPr/>
          <a:lstStyle/>
          <a:p>
            <a:fld id="{D97EC234-BE33-4EF6-BCA5-C0E094D9EA61}" type="slidenum">
              <a:rPr lang="en-GB" smtClean="0"/>
              <a:t>‹#›</a:t>
            </a:fld>
            <a:endParaRPr lang="en-GB"/>
          </a:p>
        </p:txBody>
      </p:sp>
    </p:spTree>
    <p:extLst>
      <p:ext uri="{BB962C8B-B14F-4D97-AF65-F5344CB8AC3E}">
        <p14:creationId xmlns:p14="http://schemas.microsoft.com/office/powerpoint/2010/main" val="32031833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58406-1A03-0FD7-0684-378BF3BDA75A}"/>
              </a:ext>
            </a:extLst>
          </p:cNvPr>
          <p:cNvSpPr>
            <a:spLocks noGrp="1"/>
          </p:cNvSpPr>
          <p:nvPr>
            <p:ph type="title"/>
          </p:nvPr>
        </p:nvSpPr>
        <p:spPr>
          <a:xfrm>
            <a:off x="1473200" y="1612900"/>
            <a:ext cx="18446750" cy="5851525"/>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B7458084-C293-7D6D-7E92-C781D321AF4F}"/>
              </a:ext>
            </a:extLst>
          </p:cNvPr>
          <p:cNvSpPr>
            <a:spLocks noGrp="1"/>
          </p:cNvSpPr>
          <p:nvPr>
            <p:ph type="body" idx="1"/>
          </p:nvPr>
        </p:nvSpPr>
        <p:spPr>
          <a:xfrm>
            <a:off x="1473200" y="7423150"/>
            <a:ext cx="9048750" cy="3636963"/>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7DF7B8B-133C-CC55-3374-E595BA5F0976}"/>
              </a:ext>
            </a:extLst>
          </p:cNvPr>
          <p:cNvSpPr>
            <a:spLocks noGrp="1"/>
          </p:cNvSpPr>
          <p:nvPr>
            <p:ph sz="half" idx="2"/>
          </p:nvPr>
        </p:nvSpPr>
        <p:spPr>
          <a:xfrm>
            <a:off x="1473200" y="11060113"/>
            <a:ext cx="9048750" cy="16268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7B0DB511-F5D8-50F7-23FE-6AF6DAB12E3F}"/>
              </a:ext>
            </a:extLst>
          </p:cNvPr>
          <p:cNvSpPr>
            <a:spLocks noGrp="1"/>
          </p:cNvSpPr>
          <p:nvPr>
            <p:ph type="body" sz="quarter" idx="3"/>
          </p:nvPr>
        </p:nvSpPr>
        <p:spPr>
          <a:xfrm>
            <a:off x="10828338" y="7423150"/>
            <a:ext cx="9091612" cy="3636963"/>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4C5CAA8-3359-5850-7338-E23E6D147BD3}"/>
              </a:ext>
            </a:extLst>
          </p:cNvPr>
          <p:cNvSpPr>
            <a:spLocks noGrp="1"/>
          </p:cNvSpPr>
          <p:nvPr>
            <p:ph sz="quarter" idx="4"/>
          </p:nvPr>
        </p:nvSpPr>
        <p:spPr>
          <a:xfrm>
            <a:off x="10828338" y="11060113"/>
            <a:ext cx="9091612" cy="16268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810BF8B-375B-38DD-72F3-C0E529D4CC55}"/>
              </a:ext>
            </a:extLst>
          </p:cNvPr>
          <p:cNvSpPr>
            <a:spLocks noGrp="1"/>
          </p:cNvSpPr>
          <p:nvPr>
            <p:ph type="dt" sz="half" idx="10"/>
          </p:nvPr>
        </p:nvSpPr>
        <p:spPr/>
        <p:txBody>
          <a:bodyPr/>
          <a:lstStyle/>
          <a:p>
            <a:fld id="{C97EC4C6-B233-4DED-BE25-D2749E462968}" type="datetimeFigureOut">
              <a:rPr lang="en-GB" smtClean="0"/>
              <a:t>16/12/2025</a:t>
            </a:fld>
            <a:endParaRPr lang="en-GB"/>
          </a:p>
        </p:txBody>
      </p:sp>
      <p:sp>
        <p:nvSpPr>
          <p:cNvPr id="8" name="Footer Placeholder 7">
            <a:extLst>
              <a:ext uri="{FF2B5EF4-FFF2-40B4-BE49-F238E27FC236}">
                <a16:creationId xmlns:a16="http://schemas.microsoft.com/office/drawing/2014/main" id="{CD085450-8D22-89ED-80A7-43E6845DE0E3}"/>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4016F8B7-9E9A-C751-200A-3D25C3223813}"/>
              </a:ext>
            </a:extLst>
          </p:cNvPr>
          <p:cNvSpPr>
            <a:spLocks noGrp="1"/>
          </p:cNvSpPr>
          <p:nvPr>
            <p:ph type="sldNum" sz="quarter" idx="12"/>
          </p:nvPr>
        </p:nvSpPr>
        <p:spPr/>
        <p:txBody>
          <a:bodyPr/>
          <a:lstStyle/>
          <a:p>
            <a:fld id="{D97EC234-BE33-4EF6-BCA5-C0E094D9EA61}" type="slidenum">
              <a:rPr lang="en-GB" smtClean="0"/>
              <a:t>‹#›</a:t>
            </a:fld>
            <a:endParaRPr lang="en-GB"/>
          </a:p>
        </p:txBody>
      </p:sp>
    </p:spTree>
    <p:extLst>
      <p:ext uri="{BB962C8B-B14F-4D97-AF65-F5344CB8AC3E}">
        <p14:creationId xmlns:p14="http://schemas.microsoft.com/office/powerpoint/2010/main" val="21985555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B6B328-C169-FA17-8A33-4451DB47012E}"/>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3FC7C861-4CFC-71BF-445A-BBBEF3E43150}"/>
              </a:ext>
            </a:extLst>
          </p:cNvPr>
          <p:cNvSpPr>
            <a:spLocks noGrp="1"/>
          </p:cNvSpPr>
          <p:nvPr>
            <p:ph type="dt" sz="half" idx="10"/>
          </p:nvPr>
        </p:nvSpPr>
        <p:spPr/>
        <p:txBody>
          <a:bodyPr/>
          <a:lstStyle/>
          <a:p>
            <a:fld id="{C97EC4C6-B233-4DED-BE25-D2749E462968}" type="datetimeFigureOut">
              <a:rPr lang="en-GB" smtClean="0"/>
              <a:t>16/12/2025</a:t>
            </a:fld>
            <a:endParaRPr lang="en-GB"/>
          </a:p>
        </p:txBody>
      </p:sp>
      <p:sp>
        <p:nvSpPr>
          <p:cNvPr id="4" name="Footer Placeholder 3">
            <a:extLst>
              <a:ext uri="{FF2B5EF4-FFF2-40B4-BE49-F238E27FC236}">
                <a16:creationId xmlns:a16="http://schemas.microsoft.com/office/drawing/2014/main" id="{C2275A62-FC38-FCFD-6645-6BFCEB901560}"/>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1AB1A7AA-B384-5F78-0203-B6EBAB008678}"/>
              </a:ext>
            </a:extLst>
          </p:cNvPr>
          <p:cNvSpPr>
            <a:spLocks noGrp="1"/>
          </p:cNvSpPr>
          <p:nvPr>
            <p:ph type="sldNum" sz="quarter" idx="12"/>
          </p:nvPr>
        </p:nvSpPr>
        <p:spPr/>
        <p:txBody>
          <a:bodyPr/>
          <a:lstStyle/>
          <a:p>
            <a:fld id="{D97EC234-BE33-4EF6-BCA5-C0E094D9EA61}" type="slidenum">
              <a:rPr lang="en-GB" smtClean="0"/>
              <a:t>‹#›</a:t>
            </a:fld>
            <a:endParaRPr lang="en-GB"/>
          </a:p>
        </p:txBody>
      </p:sp>
    </p:spTree>
    <p:extLst>
      <p:ext uri="{BB962C8B-B14F-4D97-AF65-F5344CB8AC3E}">
        <p14:creationId xmlns:p14="http://schemas.microsoft.com/office/powerpoint/2010/main" val="38376583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6E32FF8-ABDE-570E-E7AF-B22D741FF442}"/>
              </a:ext>
            </a:extLst>
          </p:cNvPr>
          <p:cNvSpPr>
            <a:spLocks noGrp="1"/>
          </p:cNvSpPr>
          <p:nvPr>
            <p:ph type="dt" sz="half" idx="10"/>
          </p:nvPr>
        </p:nvSpPr>
        <p:spPr/>
        <p:txBody>
          <a:bodyPr/>
          <a:lstStyle/>
          <a:p>
            <a:fld id="{C97EC4C6-B233-4DED-BE25-D2749E462968}" type="datetimeFigureOut">
              <a:rPr lang="en-GB" smtClean="0"/>
              <a:t>16/12/2025</a:t>
            </a:fld>
            <a:endParaRPr lang="en-GB"/>
          </a:p>
        </p:txBody>
      </p:sp>
      <p:sp>
        <p:nvSpPr>
          <p:cNvPr id="3" name="Footer Placeholder 2">
            <a:extLst>
              <a:ext uri="{FF2B5EF4-FFF2-40B4-BE49-F238E27FC236}">
                <a16:creationId xmlns:a16="http://schemas.microsoft.com/office/drawing/2014/main" id="{2174ABFF-718A-7480-B4FB-03868541AFEF}"/>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1FC22DAB-DF56-56CD-5CCF-CA3B3FF67EA4}"/>
              </a:ext>
            </a:extLst>
          </p:cNvPr>
          <p:cNvSpPr>
            <a:spLocks noGrp="1"/>
          </p:cNvSpPr>
          <p:nvPr>
            <p:ph type="sldNum" sz="quarter" idx="12"/>
          </p:nvPr>
        </p:nvSpPr>
        <p:spPr/>
        <p:txBody>
          <a:bodyPr/>
          <a:lstStyle/>
          <a:p>
            <a:fld id="{D97EC234-BE33-4EF6-BCA5-C0E094D9EA61}" type="slidenum">
              <a:rPr lang="en-GB" smtClean="0"/>
              <a:t>‹#›</a:t>
            </a:fld>
            <a:endParaRPr lang="en-GB"/>
          </a:p>
        </p:txBody>
      </p:sp>
    </p:spTree>
    <p:extLst>
      <p:ext uri="{BB962C8B-B14F-4D97-AF65-F5344CB8AC3E}">
        <p14:creationId xmlns:p14="http://schemas.microsoft.com/office/powerpoint/2010/main" val="1418679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17205F-7138-B240-23FB-670974D00A3C}"/>
              </a:ext>
            </a:extLst>
          </p:cNvPr>
          <p:cNvSpPr>
            <a:spLocks noGrp="1"/>
          </p:cNvSpPr>
          <p:nvPr>
            <p:ph type="title"/>
          </p:nvPr>
        </p:nvSpPr>
        <p:spPr>
          <a:xfrm>
            <a:off x="1473200" y="2019300"/>
            <a:ext cx="6897688" cy="7064375"/>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6F9B6DC3-D73E-FBD2-23D2-77859D8B0F6B}"/>
              </a:ext>
            </a:extLst>
          </p:cNvPr>
          <p:cNvSpPr>
            <a:spLocks noGrp="1"/>
          </p:cNvSpPr>
          <p:nvPr>
            <p:ph idx="1"/>
          </p:nvPr>
        </p:nvSpPr>
        <p:spPr>
          <a:xfrm>
            <a:off x="9093200" y="4359275"/>
            <a:ext cx="10826750" cy="2151856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2214B58-BAB2-B7E0-2447-E531F96F9DED}"/>
              </a:ext>
            </a:extLst>
          </p:cNvPr>
          <p:cNvSpPr>
            <a:spLocks noGrp="1"/>
          </p:cNvSpPr>
          <p:nvPr>
            <p:ph type="body" sz="half" idx="2"/>
          </p:nvPr>
        </p:nvSpPr>
        <p:spPr>
          <a:xfrm>
            <a:off x="1473200" y="9083675"/>
            <a:ext cx="6897688" cy="168290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3CC8A05-F8F6-C0AD-FADE-3E67095FAA7F}"/>
              </a:ext>
            </a:extLst>
          </p:cNvPr>
          <p:cNvSpPr>
            <a:spLocks noGrp="1"/>
          </p:cNvSpPr>
          <p:nvPr>
            <p:ph type="dt" sz="half" idx="10"/>
          </p:nvPr>
        </p:nvSpPr>
        <p:spPr/>
        <p:txBody>
          <a:bodyPr/>
          <a:lstStyle/>
          <a:p>
            <a:fld id="{C97EC4C6-B233-4DED-BE25-D2749E462968}" type="datetimeFigureOut">
              <a:rPr lang="en-GB" smtClean="0"/>
              <a:t>16/12/2025</a:t>
            </a:fld>
            <a:endParaRPr lang="en-GB"/>
          </a:p>
        </p:txBody>
      </p:sp>
      <p:sp>
        <p:nvSpPr>
          <p:cNvPr id="6" name="Footer Placeholder 5">
            <a:extLst>
              <a:ext uri="{FF2B5EF4-FFF2-40B4-BE49-F238E27FC236}">
                <a16:creationId xmlns:a16="http://schemas.microsoft.com/office/drawing/2014/main" id="{F6761E73-7D19-D194-27A0-BD47D8776FFA}"/>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AC52D5AE-ABB9-D405-5C88-743D2E3D573B}"/>
              </a:ext>
            </a:extLst>
          </p:cNvPr>
          <p:cNvSpPr>
            <a:spLocks noGrp="1"/>
          </p:cNvSpPr>
          <p:nvPr>
            <p:ph type="sldNum" sz="quarter" idx="12"/>
          </p:nvPr>
        </p:nvSpPr>
        <p:spPr/>
        <p:txBody>
          <a:bodyPr/>
          <a:lstStyle/>
          <a:p>
            <a:fld id="{D97EC234-BE33-4EF6-BCA5-C0E094D9EA61}" type="slidenum">
              <a:rPr lang="en-GB" smtClean="0"/>
              <a:t>‹#›</a:t>
            </a:fld>
            <a:endParaRPr lang="en-GB"/>
          </a:p>
        </p:txBody>
      </p:sp>
    </p:spTree>
    <p:extLst>
      <p:ext uri="{BB962C8B-B14F-4D97-AF65-F5344CB8AC3E}">
        <p14:creationId xmlns:p14="http://schemas.microsoft.com/office/powerpoint/2010/main" val="7961066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818A26-E602-C8CC-A690-9E735274EBD2}"/>
              </a:ext>
            </a:extLst>
          </p:cNvPr>
          <p:cNvSpPr>
            <a:spLocks noGrp="1"/>
          </p:cNvSpPr>
          <p:nvPr>
            <p:ph type="title"/>
          </p:nvPr>
        </p:nvSpPr>
        <p:spPr>
          <a:xfrm>
            <a:off x="1473200" y="2019300"/>
            <a:ext cx="6897688" cy="7064375"/>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5D991F4-FC01-61BE-1287-C28F4244B7C5}"/>
              </a:ext>
            </a:extLst>
          </p:cNvPr>
          <p:cNvSpPr>
            <a:spLocks noGrp="1"/>
          </p:cNvSpPr>
          <p:nvPr>
            <p:ph type="pic" idx="1"/>
          </p:nvPr>
        </p:nvSpPr>
        <p:spPr>
          <a:xfrm>
            <a:off x="9093200" y="4359275"/>
            <a:ext cx="10826750" cy="21518563"/>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CDD8737-142E-036E-E817-8C1002B40D6B}"/>
              </a:ext>
            </a:extLst>
          </p:cNvPr>
          <p:cNvSpPr>
            <a:spLocks noGrp="1"/>
          </p:cNvSpPr>
          <p:nvPr>
            <p:ph type="body" sz="half" idx="2"/>
          </p:nvPr>
        </p:nvSpPr>
        <p:spPr>
          <a:xfrm>
            <a:off x="1473200" y="9083675"/>
            <a:ext cx="6897688" cy="168290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417897F-8EC1-CA0D-D78B-5F99A2802399}"/>
              </a:ext>
            </a:extLst>
          </p:cNvPr>
          <p:cNvSpPr>
            <a:spLocks noGrp="1"/>
          </p:cNvSpPr>
          <p:nvPr>
            <p:ph type="dt" sz="half" idx="10"/>
          </p:nvPr>
        </p:nvSpPr>
        <p:spPr/>
        <p:txBody>
          <a:bodyPr/>
          <a:lstStyle/>
          <a:p>
            <a:fld id="{C97EC4C6-B233-4DED-BE25-D2749E462968}" type="datetimeFigureOut">
              <a:rPr lang="en-GB" smtClean="0"/>
              <a:t>16/12/2025</a:t>
            </a:fld>
            <a:endParaRPr lang="en-GB"/>
          </a:p>
        </p:txBody>
      </p:sp>
      <p:sp>
        <p:nvSpPr>
          <p:cNvPr id="6" name="Footer Placeholder 5">
            <a:extLst>
              <a:ext uri="{FF2B5EF4-FFF2-40B4-BE49-F238E27FC236}">
                <a16:creationId xmlns:a16="http://schemas.microsoft.com/office/drawing/2014/main" id="{06987388-FB8E-93B2-1D5D-4783ED5EC86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E6C95CE-238B-01E5-4DD4-E19BFA242DE1}"/>
              </a:ext>
            </a:extLst>
          </p:cNvPr>
          <p:cNvSpPr>
            <a:spLocks noGrp="1"/>
          </p:cNvSpPr>
          <p:nvPr>
            <p:ph type="sldNum" sz="quarter" idx="12"/>
          </p:nvPr>
        </p:nvSpPr>
        <p:spPr/>
        <p:txBody>
          <a:bodyPr/>
          <a:lstStyle/>
          <a:p>
            <a:fld id="{D97EC234-BE33-4EF6-BCA5-C0E094D9EA61}" type="slidenum">
              <a:rPr lang="en-GB" smtClean="0"/>
              <a:t>‹#›</a:t>
            </a:fld>
            <a:endParaRPr lang="en-GB"/>
          </a:p>
        </p:txBody>
      </p:sp>
    </p:spTree>
    <p:extLst>
      <p:ext uri="{BB962C8B-B14F-4D97-AF65-F5344CB8AC3E}">
        <p14:creationId xmlns:p14="http://schemas.microsoft.com/office/powerpoint/2010/main" val="37118846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A6BB53-B048-CF41-FE35-830207687C9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3616D94-9B48-F16F-E3E5-DBE8AAA8C40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8F244CD-70B3-92D7-E238-C1702183F562}"/>
              </a:ext>
            </a:extLst>
          </p:cNvPr>
          <p:cNvSpPr>
            <a:spLocks noGrp="1"/>
          </p:cNvSpPr>
          <p:nvPr>
            <p:ph type="dt" sz="half" idx="10"/>
          </p:nvPr>
        </p:nvSpPr>
        <p:spPr/>
        <p:txBody>
          <a:bodyPr/>
          <a:lstStyle/>
          <a:p>
            <a:fld id="{C97EC4C6-B233-4DED-BE25-D2749E462968}" type="datetimeFigureOut">
              <a:rPr lang="en-GB" smtClean="0"/>
              <a:t>16/12/2025</a:t>
            </a:fld>
            <a:endParaRPr lang="en-GB"/>
          </a:p>
        </p:txBody>
      </p:sp>
      <p:sp>
        <p:nvSpPr>
          <p:cNvPr id="5" name="Footer Placeholder 4">
            <a:extLst>
              <a:ext uri="{FF2B5EF4-FFF2-40B4-BE49-F238E27FC236}">
                <a16:creationId xmlns:a16="http://schemas.microsoft.com/office/drawing/2014/main" id="{5DF9EFFD-96C8-DAE4-032A-6A6BE3ABFE4A}"/>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B11E9A5-C716-2922-7E36-A8C0F82F73F5}"/>
              </a:ext>
            </a:extLst>
          </p:cNvPr>
          <p:cNvSpPr>
            <a:spLocks noGrp="1"/>
          </p:cNvSpPr>
          <p:nvPr>
            <p:ph type="sldNum" sz="quarter" idx="12"/>
          </p:nvPr>
        </p:nvSpPr>
        <p:spPr/>
        <p:txBody>
          <a:bodyPr/>
          <a:lstStyle/>
          <a:p>
            <a:fld id="{D97EC234-BE33-4EF6-BCA5-C0E094D9EA61}" type="slidenum">
              <a:rPr lang="en-GB" smtClean="0"/>
              <a:t>‹#›</a:t>
            </a:fld>
            <a:endParaRPr lang="en-GB"/>
          </a:p>
        </p:txBody>
      </p:sp>
    </p:spTree>
    <p:extLst>
      <p:ext uri="{BB962C8B-B14F-4D97-AF65-F5344CB8AC3E}">
        <p14:creationId xmlns:p14="http://schemas.microsoft.com/office/powerpoint/2010/main" val="254898281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60EA0EA-A618-DCD0-5645-C77BF5CAEE2F}"/>
              </a:ext>
            </a:extLst>
          </p:cNvPr>
          <p:cNvSpPr>
            <a:spLocks noGrp="1"/>
          </p:cNvSpPr>
          <p:nvPr>
            <p:ph type="title" orient="vert"/>
          </p:nvPr>
        </p:nvSpPr>
        <p:spPr>
          <a:xfrm>
            <a:off x="15306675" y="1612900"/>
            <a:ext cx="4611688" cy="25660350"/>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C1945C37-07F3-89E8-7A56-7BD16D3555C3}"/>
              </a:ext>
            </a:extLst>
          </p:cNvPr>
          <p:cNvSpPr>
            <a:spLocks noGrp="1"/>
          </p:cNvSpPr>
          <p:nvPr>
            <p:ph type="body" orient="vert" idx="1"/>
          </p:nvPr>
        </p:nvSpPr>
        <p:spPr>
          <a:xfrm>
            <a:off x="1470025" y="1612900"/>
            <a:ext cx="13684250" cy="256603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4ED699C0-126A-BC29-37BA-5335D854CDD0}"/>
              </a:ext>
            </a:extLst>
          </p:cNvPr>
          <p:cNvSpPr>
            <a:spLocks noGrp="1"/>
          </p:cNvSpPr>
          <p:nvPr>
            <p:ph type="dt" sz="half" idx="10"/>
          </p:nvPr>
        </p:nvSpPr>
        <p:spPr/>
        <p:txBody>
          <a:bodyPr/>
          <a:lstStyle/>
          <a:p>
            <a:fld id="{C97EC4C6-B233-4DED-BE25-D2749E462968}" type="datetimeFigureOut">
              <a:rPr lang="en-GB" smtClean="0"/>
              <a:t>16/12/2025</a:t>
            </a:fld>
            <a:endParaRPr lang="en-GB"/>
          </a:p>
        </p:txBody>
      </p:sp>
      <p:sp>
        <p:nvSpPr>
          <p:cNvPr id="5" name="Footer Placeholder 4">
            <a:extLst>
              <a:ext uri="{FF2B5EF4-FFF2-40B4-BE49-F238E27FC236}">
                <a16:creationId xmlns:a16="http://schemas.microsoft.com/office/drawing/2014/main" id="{7710A832-462C-15D2-3CBF-73AFCC377DD3}"/>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76B46E9-D094-50ED-6C17-7E5F6F5A441E}"/>
              </a:ext>
            </a:extLst>
          </p:cNvPr>
          <p:cNvSpPr>
            <a:spLocks noGrp="1"/>
          </p:cNvSpPr>
          <p:nvPr>
            <p:ph type="sldNum" sz="quarter" idx="12"/>
          </p:nvPr>
        </p:nvSpPr>
        <p:spPr/>
        <p:txBody>
          <a:bodyPr/>
          <a:lstStyle/>
          <a:p>
            <a:fld id="{D97EC234-BE33-4EF6-BCA5-C0E094D9EA61}" type="slidenum">
              <a:rPr lang="en-GB" smtClean="0"/>
              <a:t>‹#›</a:t>
            </a:fld>
            <a:endParaRPr lang="en-GB"/>
          </a:p>
        </p:txBody>
      </p:sp>
    </p:spTree>
    <p:extLst>
      <p:ext uri="{BB962C8B-B14F-4D97-AF65-F5344CB8AC3E}">
        <p14:creationId xmlns:p14="http://schemas.microsoft.com/office/powerpoint/2010/main" val="160767001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1"/>
            </a:lvl1pPr>
          </a:lstStyle>
          <a:p>
            <a:r>
              <a:rPr lang="en-US"/>
              <a:t>Click to edit Master title style</a:t>
            </a:r>
            <a:endParaRPr lang="en-GB"/>
          </a:p>
        </p:txBody>
      </p:sp>
      <p:sp>
        <p:nvSpPr>
          <p:cNvPr id="6" name="Content Placeholder 2">
            <a:extLst>
              <a:ext uri="{FF2B5EF4-FFF2-40B4-BE49-F238E27FC236}">
                <a16:creationId xmlns:a16="http://schemas.microsoft.com/office/drawing/2014/main" id="{3F871DA3-C206-4958-9304-C821B2F6EC32}"/>
              </a:ext>
            </a:extLst>
          </p:cNvPr>
          <p:cNvSpPr>
            <a:spLocks noGrp="1"/>
          </p:cNvSpPr>
          <p:nvPr>
            <p:ph idx="1"/>
          </p:nvPr>
        </p:nvSpPr>
        <p:spPr>
          <a:xfrm>
            <a:off x="736600" y="5635625"/>
            <a:ext cx="9344025" cy="23852186"/>
          </a:xfrm>
          <a:prstGeom prst="rect">
            <a:avLst/>
          </a:prstGeom>
        </p:spPr>
        <p:txBody>
          <a:bodyPr/>
          <a:lstStyle>
            <a:lvl1pPr marL="360000" indent="-360000">
              <a:spcBef>
                <a:spcPts val="1400"/>
              </a:spcBef>
              <a:defRPr sz="1900">
                <a:latin typeface="Arial" panose="020B0604020202020204" pitchFamily="34" charset="0"/>
                <a:cs typeface="Arial" panose="020B0604020202020204" pitchFamily="34" charset="0"/>
              </a:defRPr>
            </a:lvl1pPr>
            <a:lvl2pPr marL="720000" indent="-360000">
              <a:spcBef>
                <a:spcPts val="1000"/>
              </a:spcBef>
              <a:buFont typeface="Arial" pitchFamily="34" charset="0"/>
              <a:buChar char="•"/>
              <a:defRPr sz="1900">
                <a:latin typeface="Arial" panose="020B0604020202020204" pitchFamily="34" charset="0"/>
                <a:cs typeface="Arial" panose="020B0604020202020204" pitchFamily="34" charset="0"/>
              </a:defRPr>
            </a:lvl2pPr>
            <a:lvl3pPr marL="1080000" indent="-360000">
              <a:spcBef>
                <a:spcPts val="600"/>
              </a:spcBef>
              <a:buFont typeface="Rdg Vesta" pitchFamily="2" charset="0"/>
              <a:buChar char="−"/>
              <a:defRPr sz="1600">
                <a:latin typeface="Arial" panose="020B0604020202020204" pitchFamily="34" charset="0"/>
                <a:cs typeface="Arial" panose="020B0604020202020204" pitchFamily="34" charset="0"/>
              </a:defRPr>
            </a:lvl3pPr>
            <a:lvl4pPr marL="1350000" indent="-270000">
              <a:spcBef>
                <a:spcPts val="500"/>
              </a:spcBef>
              <a:buFont typeface="Arial" pitchFamily="34" charset="0"/>
              <a:buChar char="•"/>
              <a:defRPr sz="1600">
                <a:latin typeface="Arial" panose="020B0604020202020204" pitchFamily="34" charset="0"/>
                <a:cs typeface="Arial" panose="020B0604020202020204" pitchFamily="34" charset="0"/>
              </a:defRPr>
            </a:lvl4pPr>
            <a:lvl5pPr marL="1530000" indent="-180000">
              <a:spcBef>
                <a:spcPts val="500"/>
              </a:spcBef>
              <a:buClr>
                <a:schemeClr val="tx2"/>
              </a:buClr>
              <a:buFont typeface="Rdg Vesta" pitchFamily="2" charset="0"/>
              <a:buChar char="−"/>
              <a:defRPr sz="1200">
                <a:latin typeface="Arial" panose="020B0604020202020204" pitchFamily="34" charset="0"/>
                <a:cs typeface="Arial" panose="020B0604020202020204" pitchFamily="34" charset="0"/>
              </a:defRPr>
            </a:lvl5pPr>
          </a:lstStyle>
          <a:p>
            <a:pPr marL="455613" marR="0" lvl="0" indent="-455613" algn="l" defTabSz="2952750" rtl="0" eaLnBrk="1" fontAlgn="base" latinLnBrk="0" hangingPunct="1">
              <a:lnSpc>
                <a:spcPct val="125000"/>
              </a:lnSpc>
              <a:spcBef>
                <a:spcPct val="60000"/>
              </a:spcBef>
              <a:spcAft>
                <a:spcPct val="0"/>
              </a:spcAft>
              <a:buClr>
                <a:srgbClr val="158473"/>
              </a:buClr>
              <a:buSzTx/>
              <a:buFontTx/>
              <a:buChar char="•"/>
              <a:tabLst/>
              <a:defRPr/>
            </a:pPr>
            <a:r>
              <a:rPr kumimoji="0" lang="en-GB"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Click to edit Master text styles</a:t>
            </a:r>
          </a:p>
          <a:p>
            <a:pPr marL="1000125" marR="0" lvl="1" indent="-457200" algn="l" defTabSz="2952750" rtl="0" eaLnBrk="1" fontAlgn="base" latinLnBrk="0" hangingPunct="1">
              <a:lnSpc>
                <a:spcPct val="125000"/>
              </a:lnSpc>
              <a:spcBef>
                <a:spcPct val="40000"/>
              </a:spcBef>
              <a:spcAft>
                <a:spcPct val="0"/>
              </a:spcAft>
              <a:buClr>
                <a:srgbClr val="158473"/>
              </a:buClr>
              <a:buSzTx/>
              <a:buFontTx/>
              <a:buChar char="•"/>
              <a:tabLst/>
              <a:defRPr/>
            </a:pPr>
            <a:r>
              <a:rPr kumimoji="0" lang="en-GB"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Second level</a:t>
            </a:r>
          </a:p>
          <a:p>
            <a:pPr marL="1331913" marR="0" lvl="2" indent="-342900" algn="l" defTabSz="2952750" rtl="0" eaLnBrk="1" fontAlgn="base" latinLnBrk="0" hangingPunct="1">
              <a:lnSpc>
                <a:spcPct val="125000"/>
              </a:lnSpc>
              <a:spcBef>
                <a:spcPct val="30000"/>
              </a:spcBef>
              <a:spcAft>
                <a:spcPct val="0"/>
              </a:spcAft>
              <a:buClr>
                <a:srgbClr val="158473"/>
              </a:buClr>
              <a:buSzTx/>
              <a:buFontTx/>
              <a:buChar char="•"/>
              <a:tabLst/>
              <a:defRPr/>
            </a:pPr>
            <a:r>
              <a:rPr kumimoji="0" lang="en-GB" sz="22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Third level</a:t>
            </a:r>
          </a:p>
          <a:p>
            <a:pPr marL="1644650" marR="0" lvl="3" indent="-301625" algn="l" defTabSz="2952750" rtl="0" eaLnBrk="1" fontAlgn="base" latinLnBrk="0" hangingPunct="1">
              <a:lnSpc>
                <a:spcPct val="125000"/>
              </a:lnSpc>
              <a:spcBef>
                <a:spcPct val="40000"/>
              </a:spcBef>
              <a:spcAft>
                <a:spcPct val="0"/>
              </a:spcAft>
              <a:buClr>
                <a:srgbClr val="158473"/>
              </a:buClr>
              <a:buSzTx/>
              <a:buFontTx/>
              <a:buChar char="•"/>
              <a:tabLst/>
              <a:defRPr/>
            </a:pPr>
            <a:r>
              <a:rPr kumimoji="0" lang="en-GB" sz="20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Fourth level</a:t>
            </a:r>
          </a:p>
        </p:txBody>
      </p:sp>
    </p:spTree>
    <p:extLst>
      <p:ext uri="{BB962C8B-B14F-4D97-AF65-F5344CB8AC3E}">
        <p14:creationId xmlns:p14="http://schemas.microsoft.com/office/powerpoint/2010/main" val="379041748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532798-0D02-F91E-D1D9-F123429E8252}"/>
              </a:ext>
            </a:extLst>
          </p:cNvPr>
          <p:cNvSpPr>
            <a:spLocks noGrp="1"/>
          </p:cNvSpPr>
          <p:nvPr>
            <p:ph type="ctrTitle"/>
          </p:nvPr>
        </p:nvSpPr>
        <p:spPr>
          <a:xfrm>
            <a:off x="2673350" y="4956175"/>
            <a:ext cx="16041688" cy="105410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B359F8B1-50A5-DCB8-8BDA-593A066C81B1}"/>
              </a:ext>
            </a:extLst>
          </p:cNvPr>
          <p:cNvSpPr>
            <a:spLocks noGrp="1"/>
          </p:cNvSpPr>
          <p:nvPr>
            <p:ph type="subTitle" idx="1"/>
          </p:nvPr>
        </p:nvSpPr>
        <p:spPr>
          <a:xfrm>
            <a:off x="2673350" y="15903575"/>
            <a:ext cx="16041688" cy="7310438"/>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6322BAB0-78C5-CDE6-EA61-8A14825DC320}"/>
              </a:ext>
            </a:extLst>
          </p:cNvPr>
          <p:cNvSpPr>
            <a:spLocks noGrp="1"/>
          </p:cNvSpPr>
          <p:nvPr>
            <p:ph type="dt" sz="half" idx="10"/>
          </p:nvPr>
        </p:nvSpPr>
        <p:spPr/>
        <p:txBody>
          <a:bodyPr/>
          <a:lstStyle/>
          <a:p>
            <a:fld id="{A666320E-2E51-46CD-B000-0C5C59C25FAA}" type="datetimeFigureOut">
              <a:rPr lang="en-GB" smtClean="0"/>
              <a:t>16/12/2025</a:t>
            </a:fld>
            <a:endParaRPr lang="en-GB"/>
          </a:p>
        </p:txBody>
      </p:sp>
      <p:sp>
        <p:nvSpPr>
          <p:cNvPr id="5" name="Footer Placeholder 4">
            <a:extLst>
              <a:ext uri="{FF2B5EF4-FFF2-40B4-BE49-F238E27FC236}">
                <a16:creationId xmlns:a16="http://schemas.microsoft.com/office/drawing/2014/main" id="{9DB26F2D-0AA1-B769-4481-55EF2E82CCDF}"/>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0DE18062-719D-275E-0A78-F9DD2E0BA804}"/>
              </a:ext>
            </a:extLst>
          </p:cNvPr>
          <p:cNvSpPr>
            <a:spLocks noGrp="1"/>
          </p:cNvSpPr>
          <p:nvPr>
            <p:ph type="sldNum" sz="quarter" idx="12"/>
          </p:nvPr>
        </p:nvSpPr>
        <p:spPr/>
        <p:txBody>
          <a:bodyPr/>
          <a:lstStyle/>
          <a:p>
            <a:fld id="{8EEC39EF-12DD-4979-90D2-3F1F26504DFB}" type="slidenum">
              <a:rPr lang="en-GB" smtClean="0"/>
              <a:t>‹#›</a:t>
            </a:fld>
            <a:endParaRPr lang="en-GB"/>
          </a:p>
        </p:txBody>
      </p:sp>
    </p:spTree>
    <p:extLst>
      <p:ext uri="{BB962C8B-B14F-4D97-AF65-F5344CB8AC3E}">
        <p14:creationId xmlns:p14="http://schemas.microsoft.com/office/powerpoint/2010/main" val="309630698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55144F-6E04-F92A-E808-2992CBADC152}"/>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75EBB7E7-435D-12A4-E1FF-3B1169A4CA3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513DB69-E95F-8501-8E06-9CFCC58E3D93}"/>
              </a:ext>
            </a:extLst>
          </p:cNvPr>
          <p:cNvSpPr>
            <a:spLocks noGrp="1"/>
          </p:cNvSpPr>
          <p:nvPr>
            <p:ph type="dt" sz="half" idx="10"/>
          </p:nvPr>
        </p:nvSpPr>
        <p:spPr/>
        <p:txBody>
          <a:bodyPr/>
          <a:lstStyle/>
          <a:p>
            <a:fld id="{A666320E-2E51-46CD-B000-0C5C59C25FAA}" type="datetimeFigureOut">
              <a:rPr lang="en-GB" smtClean="0"/>
              <a:t>16/12/2025</a:t>
            </a:fld>
            <a:endParaRPr lang="en-GB"/>
          </a:p>
        </p:txBody>
      </p:sp>
      <p:sp>
        <p:nvSpPr>
          <p:cNvPr id="5" name="Footer Placeholder 4">
            <a:extLst>
              <a:ext uri="{FF2B5EF4-FFF2-40B4-BE49-F238E27FC236}">
                <a16:creationId xmlns:a16="http://schemas.microsoft.com/office/drawing/2014/main" id="{1F041379-7110-BEF8-7EE0-83C1855DC751}"/>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1390C01F-D962-9A32-8A48-766956CF10CB}"/>
              </a:ext>
            </a:extLst>
          </p:cNvPr>
          <p:cNvSpPr>
            <a:spLocks noGrp="1"/>
          </p:cNvSpPr>
          <p:nvPr>
            <p:ph type="sldNum" sz="quarter" idx="12"/>
          </p:nvPr>
        </p:nvSpPr>
        <p:spPr/>
        <p:txBody>
          <a:bodyPr/>
          <a:lstStyle/>
          <a:p>
            <a:fld id="{8EEC39EF-12DD-4979-90D2-3F1F26504DFB}" type="slidenum">
              <a:rPr lang="en-GB" smtClean="0"/>
              <a:t>‹#›</a:t>
            </a:fld>
            <a:endParaRPr lang="en-GB"/>
          </a:p>
        </p:txBody>
      </p:sp>
    </p:spTree>
    <p:extLst>
      <p:ext uri="{BB962C8B-B14F-4D97-AF65-F5344CB8AC3E}">
        <p14:creationId xmlns:p14="http://schemas.microsoft.com/office/powerpoint/2010/main" val="320424511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5E212F-17AB-0D82-9B51-29CE96ECC14F}"/>
              </a:ext>
            </a:extLst>
          </p:cNvPr>
          <p:cNvSpPr>
            <a:spLocks noGrp="1"/>
          </p:cNvSpPr>
          <p:nvPr>
            <p:ph type="title"/>
          </p:nvPr>
        </p:nvSpPr>
        <p:spPr>
          <a:xfrm>
            <a:off x="1458913" y="7548563"/>
            <a:ext cx="18448337" cy="12596812"/>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C8F2BF0-6BB9-046E-3196-5CD5BF297049}"/>
              </a:ext>
            </a:extLst>
          </p:cNvPr>
          <p:cNvSpPr>
            <a:spLocks noGrp="1"/>
          </p:cNvSpPr>
          <p:nvPr>
            <p:ph type="body" idx="1"/>
          </p:nvPr>
        </p:nvSpPr>
        <p:spPr>
          <a:xfrm>
            <a:off x="1458913" y="20264438"/>
            <a:ext cx="18448337" cy="6623050"/>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C96713A-217B-CD20-A709-4971B715A993}"/>
              </a:ext>
            </a:extLst>
          </p:cNvPr>
          <p:cNvSpPr>
            <a:spLocks noGrp="1"/>
          </p:cNvSpPr>
          <p:nvPr>
            <p:ph type="dt" sz="half" idx="10"/>
          </p:nvPr>
        </p:nvSpPr>
        <p:spPr/>
        <p:txBody>
          <a:bodyPr/>
          <a:lstStyle/>
          <a:p>
            <a:fld id="{A666320E-2E51-46CD-B000-0C5C59C25FAA}" type="datetimeFigureOut">
              <a:rPr lang="en-GB" smtClean="0"/>
              <a:t>16/12/2025</a:t>
            </a:fld>
            <a:endParaRPr lang="en-GB"/>
          </a:p>
        </p:txBody>
      </p:sp>
      <p:sp>
        <p:nvSpPr>
          <p:cNvPr id="5" name="Footer Placeholder 4">
            <a:extLst>
              <a:ext uri="{FF2B5EF4-FFF2-40B4-BE49-F238E27FC236}">
                <a16:creationId xmlns:a16="http://schemas.microsoft.com/office/drawing/2014/main" id="{30086E7A-298B-EC3A-688B-F5FC209E8A0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D332C30-D924-2AEB-DA28-789BBDECBB3C}"/>
              </a:ext>
            </a:extLst>
          </p:cNvPr>
          <p:cNvSpPr>
            <a:spLocks noGrp="1"/>
          </p:cNvSpPr>
          <p:nvPr>
            <p:ph type="sldNum" sz="quarter" idx="12"/>
          </p:nvPr>
        </p:nvSpPr>
        <p:spPr/>
        <p:txBody>
          <a:bodyPr/>
          <a:lstStyle/>
          <a:p>
            <a:fld id="{8EEC39EF-12DD-4979-90D2-3F1F26504DFB}" type="slidenum">
              <a:rPr lang="en-GB" smtClean="0"/>
              <a:t>‹#›</a:t>
            </a:fld>
            <a:endParaRPr lang="en-GB"/>
          </a:p>
        </p:txBody>
      </p:sp>
    </p:spTree>
    <p:extLst>
      <p:ext uri="{BB962C8B-B14F-4D97-AF65-F5344CB8AC3E}">
        <p14:creationId xmlns:p14="http://schemas.microsoft.com/office/powerpoint/2010/main" val="137887268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47D4A6-372E-1B33-BEEC-B1715F26B1F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8B7A3B4A-353D-E4C8-7E09-188F08AA1245}"/>
              </a:ext>
            </a:extLst>
          </p:cNvPr>
          <p:cNvSpPr>
            <a:spLocks noGrp="1"/>
          </p:cNvSpPr>
          <p:nvPr>
            <p:ph sz="half" idx="1"/>
          </p:nvPr>
        </p:nvSpPr>
        <p:spPr>
          <a:xfrm>
            <a:off x="1470025" y="8061325"/>
            <a:ext cx="9147175" cy="192119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14D9C7B3-EA03-8A1E-A69B-E19548090A08}"/>
              </a:ext>
            </a:extLst>
          </p:cNvPr>
          <p:cNvSpPr>
            <a:spLocks noGrp="1"/>
          </p:cNvSpPr>
          <p:nvPr>
            <p:ph sz="half" idx="2"/>
          </p:nvPr>
        </p:nvSpPr>
        <p:spPr>
          <a:xfrm>
            <a:off x="10769600" y="8061325"/>
            <a:ext cx="9148763" cy="192119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C6B74FB8-CC61-207B-4294-26840CE092AD}"/>
              </a:ext>
            </a:extLst>
          </p:cNvPr>
          <p:cNvSpPr>
            <a:spLocks noGrp="1"/>
          </p:cNvSpPr>
          <p:nvPr>
            <p:ph type="dt" sz="half" idx="10"/>
          </p:nvPr>
        </p:nvSpPr>
        <p:spPr/>
        <p:txBody>
          <a:bodyPr/>
          <a:lstStyle/>
          <a:p>
            <a:fld id="{A666320E-2E51-46CD-B000-0C5C59C25FAA}" type="datetimeFigureOut">
              <a:rPr lang="en-GB" smtClean="0"/>
              <a:t>16/12/2025</a:t>
            </a:fld>
            <a:endParaRPr lang="en-GB"/>
          </a:p>
        </p:txBody>
      </p:sp>
      <p:sp>
        <p:nvSpPr>
          <p:cNvPr id="6" name="Footer Placeholder 5">
            <a:extLst>
              <a:ext uri="{FF2B5EF4-FFF2-40B4-BE49-F238E27FC236}">
                <a16:creationId xmlns:a16="http://schemas.microsoft.com/office/drawing/2014/main" id="{9530CE2D-643A-EFBF-A472-1C3B3FA45583}"/>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192BF691-9451-53B0-1B30-14660D121C06}"/>
              </a:ext>
            </a:extLst>
          </p:cNvPr>
          <p:cNvSpPr>
            <a:spLocks noGrp="1"/>
          </p:cNvSpPr>
          <p:nvPr>
            <p:ph type="sldNum" sz="quarter" idx="12"/>
          </p:nvPr>
        </p:nvSpPr>
        <p:spPr/>
        <p:txBody>
          <a:bodyPr/>
          <a:lstStyle/>
          <a:p>
            <a:fld id="{8EEC39EF-12DD-4979-90D2-3F1F26504DFB}" type="slidenum">
              <a:rPr lang="en-GB" smtClean="0"/>
              <a:t>‹#›</a:t>
            </a:fld>
            <a:endParaRPr lang="en-GB"/>
          </a:p>
        </p:txBody>
      </p:sp>
    </p:spTree>
    <p:extLst>
      <p:ext uri="{BB962C8B-B14F-4D97-AF65-F5344CB8AC3E}">
        <p14:creationId xmlns:p14="http://schemas.microsoft.com/office/powerpoint/2010/main" val="219476569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6DFCE6-CCCD-8F14-70EF-833DAFDC3763}"/>
              </a:ext>
            </a:extLst>
          </p:cNvPr>
          <p:cNvSpPr>
            <a:spLocks noGrp="1"/>
          </p:cNvSpPr>
          <p:nvPr>
            <p:ph type="title"/>
          </p:nvPr>
        </p:nvSpPr>
        <p:spPr>
          <a:xfrm>
            <a:off x="1473200" y="1612900"/>
            <a:ext cx="18446750" cy="5851525"/>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4E49DE5-59C8-3555-F308-C3BF95172BC7}"/>
              </a:ext>
            </a:extLst>
          </p:cNvPr>
          <p:cNvSpPr>
            <a:spLocks noGrp="1"/>
          </p:cNvSpPr>
          <p:nvPr>
            <p:ph type="body" idx="1"/>
          </p:nvPr>
        </p:nvSpPr>
        <p:spPr>
          <a:xfrm>
            <a:off x="1473200" y="7423150"/>
            <a:ext cx="9048750" cy="3636963"/>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6F575DC-F2C7-8137-345E-729A835A2319}"/>
              </a:ext>
            </a:extLst>
          </p:cNvPr>
          <p:cNvSpPr>
            <a:spLocks noGrp="1"/>
          </p:cNvSpPr>
          <p:nvPr>
            <p:ph sz="half" idx="2"/>
          </p:nvPr>
        </p:nvSpPr>
        <p:spPr>
          <a:xfrm>
            <a:off x="1473200" y="11060113"/>
            <a:ext cx="9048750" cy="16268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17988E3-F807-338F-A1B3-E66913E1CF7B}"/>
              </a:ext>
            </a:extLst>
          </p:cNvPr>
          <p:cNvSpPr>
            <a:spLocks noGrp="1"/>
          </p:cNvSpPr>
          <p:nvPr>
            <p:ph type="body" sz="quarter" idx="3"/>
          </p:nvPr>
        </p:nvSpPr>
        <p:spPr>
          <a:xfrm>
            <a:off x="10828338" y="7423150"/>
            <a:ext cx="9091612" cy="3636963"/>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36E3A0A-DC3B-B306-7DAD-4FECB1EC4071}"/>
              </a:ext>
            </a:extLst>
          </p:cNvPr>
          <p:cNvSpPr>
            <a:spLocks noGrp="1"/>
          </p:cNvSpPr>
          <p:nvPr>
            <p:ph sz="quarter" idx="4"/>
          </p:nvPr>
        </p:nvSpPr>
        <p:spPr>
          <a:xfrm>
            <a:off x="10828338" y="11060113"/>
            <a:ext cx="9091612" cy="16268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86CC9289-8D7B-B173-07F3-5568838D4F72}"/>
              </a:ext>
            </a:extLst>
          </p:cNvPr>
          <p:cNvSpPr>
            <a:spLocks noGrp="1"/>
          </p:cNvSpPr>
          <p:nvPr>
            <p:ph type="dt" sz="half" idx="10"/>
          </p:nvPr>
        </p:nvSpPr>
        <p:spPr/>
        <p:txBody>
          <a:bodyPr/>
          <a:lstStyle/>
          <a:p>
            <a:fld id="{A666320E-2E51-46CD-B000-0C5C59C25FAA}" type="datetimeFigureOut">
              <a:rPr lang="en-GB" smtClean="0"/>
              <a:t>16/12/2025</a:t>
            </a:fld>
            <a:endParaRPr lang="en-GB"/>
          </a:p>
        </p:txBody>
      </p:sp>
      <p:sp>
        <p:nvSpPr>
          <p:cNvPr id="8" name="Footer Placeholder 7">
            <a:extLst>
              <a:ext uri="{FF2B5EF4-FFF2-40B4-BE49-F238E27FC236}">
                <a16:creationId xmlns:a16="http://schemas.microsoft.com/office/drawing/2014/main" id="{8A595199-511E-4D2F-87AA-7161B181CE82}"/>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99E1AB15-8F29-E2F8-FD94-99E9A496EFBD}"/>
              </a:ext>
            </a:extLst>
          </p:cNvPr>
          <p:cNvSpPr>
            <a:spLocks noGrp="1"/>
          </p:cNvSpPr>
          <p:nvPr>
            <p:ph type="sldNum" sz="quarter" idx="12"/>
          </p:nvPr>
        </p:nvSpPr>
        <p:spPr/>
        <p:txBody>
          <a:bodyPr/>
          <a:lstStyle/>
          <a:p>
            <a:fld id="{8EEC39EF-12DD-4979-90D2-3F1F26504DFB}" type="slidenum">
              <a:rPr lang="en-GB" smtClean="0"/>
              <a:t>‹#›</a:t>
            </a:fld>
            <a:endParaRPr lang="en-GB"/>
          </a:p>
        </p:txBody>
      </p:sp>
    </p:spTree>
    <p:extLst>
      <p:ext uri="{BB962C8B-B14F-4D97-AF65-F5344CB8AC3E}">
        <p14:creationId xmlns:p14="http://schemas.microsoft.com/office/powerpoint/2010/main" val="133382327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91FEB0-AEAE-98DA-B887-9F53F6FB85B3}"/>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27BD16B-7ACB-84E1-0E98-8BB7C1AA5C62}"/>
              </a:ext>
            </a:extLst>
          </p:cNvPr>
          <p:cNvSpPr>
            <a:spLocks noGrp="1"/>
          </p:cNvSpPr>
          <p:nvPr>
            <p:ph type="dt" sz="half" idx="10"/>
          </p:nvPr>
        </p:nvSpPr>
        <p:spPr/>
        <p:txBody>
          <a:bodyPr/>
          <a:lstStyle/>
          <a:p>
            <a:fld id="{A666320E-2E51-46CD-B000-0C5C59C25FAA}" type="datetimeFigureOut">
              <a:rPr lang="en-GB" smtClean="0"/>
              <a:t>16/12/2025</a:t>
            </a:fld>
            <a:endParaRPr lang="en-GB"/>
          </a:p>
        </p:txBody>
      </p:sp>
      <p:sp>
        <p:nvSpPr>
          <p:cNvPr id="4" name="Footer Placeholder 3">
            <a:extLst>
              <a:ext uri="{FF2B5EF4-FFF2-40B4-BE49-F238E27FC236}">
                <a16:creationId xmlns:a16="http://schemas.microsoft.com/office/drawing/2014/main" id="{C8F05E9A-CEE1-321A-6523-89CD36266865}"/>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9E4FCE8B-B74F-F6E3-3F24-EADCD23E9FF5}"/>
              </a:ext>
            </a:extLst>
          </p:cNvPr>
          <p:cNvSpPr>
            <a:spLocks noGrp="1"/>
          </p:cNvSpPr>
          <p:nvPr>
            <p:ph type="sldNum" sz="quarter" idx="12"/>
          </p:nvPr>
        </p:nvSpPr>
        <p:spPr/>
        <p:txBody>
          <a:bodyPr/>
          <a:lstStyle/>
          <a:p>
            <a:fld id="{8EEC39EF-12DD-4979-90D2-3F1F26504DFB}" type="slidenum">
              <a:rPr lang="en-GB" smtClean="0"/>
              <a:t>‹#›</a:t>
            </a:fld>
            <a:endParaRPr lang="en-GB"/>
          </a:p>
        </p:txBody>
      </p:sp>
    </p:spTree>
    <p:extLst>
      <p:ext uri="{BB962C8B-B14F-4D97-AF65-F5344CB8AC3E}">
        <p14:creationId xmlns:p14="http://schemas.microsoft.com/office/powerpoint/2010/main" val="4489675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F7BA3D2-B8B2-C68E-1494-3DD84D3E0EAE}"/>
              </a:ext>
            </a:extLst>
          </p:cNvPr>
          <p:cNvSpPr>
            <a:spLocks noGrp="1"/>
          </p:cNvSpPr>
          <p:nvPr>
            <p:ph type="dt" sz="half" idx="10"/>
          </p:nvPr>
        </p:nvSpPr>
        <p:spPr/>
        <p:txBody>
          <a:bodyPr/>
          <a:lstStyle/>
          <a:p>
            <a:fld id="{A666320E-2E51-46CD-B000-0C5C59C25FAA}" type="datetimeFigureOut">
              <a:rPr lang="en-GB" smtClean="0"/>
              <a:t>16/12/2025</a:t>
            </a:fld>
            <a:endParaRPr lang="en-GB"/>
          </a:p>
        </p:txBody>
      </p:sp>
      <p:sp>
        <p:nvSpPr>
          <p:cNvPr id="3" name="Footer Placeholder 2">
            <a:extLst>
              <a:ext uri="{FF2B5EF4-FFF2-40B4-BE49-F238E27FC236}">
                <a16:creationId xmlns:a16="http://schemas.microsoft.com/office/drawing/2014/main" id="{FB10D693-FD4E-D48F-C9B2-A459CF3E818C}"/>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F9FBE36-AB8D-954F-8B68-F50B638CEB6C}"/>
              </a:ext>
            </a:extLst>
          </p:cNvPr>
          <p:cNvSpPr>
            <a:spLocks noGrp="1"/>
          </p:cNvSpPr>
          <p:nvPr>
            <p:ph type="sldNum" sz="quarter" idx="12"/>
          </p:nvPr>
        </p:nvSpPr>
        <p:spPr/>
        <p:txBody>
          <a:bodyPr/>
          <a:lstStyle/>
          <a:p>
            <a:fld id="{8EEC39EF-12DD-4979-90D2-3F1F26504DFB}" type="slidenum">
              <a:rPr lang="en-GB" smtClean="0"/>
              <a:t>‹#›</a:t>
            </a:fld>
            <a:endParaRPr lang="en-GB"/>
          </a:p>
        </p:txBody>
      </p:sp>
    </p:spTree>
    <p:extLst>
      <p:ext uri="{BB962C8B-B14F-4D97-AF65-F5344CB8AC3E}">
        <p14:creationId xmlns:p14="http://schemas.microsoft.com/office/powerpoint/2010/main" val="302278393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4391D0-D694-22EA-E20B-A3BBC33CCB28}"/>
              </a:ext>
            </a:extLst>
          </p:cNvPr>
          <p:cNvSpPr>
            <a:spLocks noGrp="1"/>
          </p:cNvSpPr>
          <p:nvPr>
            <p:ph type="title"/>
          </p:nvPr>
        </p:nvSpPr>
        <p:spPr>
          <a:xfrm>
            <a:off x="1473200" y="2019300"/>
            <a:ext cx="6897688" cy="7064375"/>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9F1A907-F667-CCAD-335F-9AC26B41CCC3}"/>
              </a:ext>
            </a:extLst>
          </p:cNvPr>
          <p:cNvSpPr>
            <a:spLocks noGrp="1"/>
          </p:cNvSpPr>
          <p:nvPr>
            <p:ph idx="1"/>
          </p:nvPr>
        </p:nvSpPr>
        <p:spPr>
          <a:xfrm>
            <a:off x="9093200" y="4359275"/>
            <a:ext cx="10826750" cy="2151856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63234EC8-7608-469F-F478-C504A80B48E9}"/>
              </a:ext>
            </a:extLst>
          </p:cNvPr>
          <p:cNvSpPr>
            <a:spLocks noGrp="1"/>
          </p:cNvSpPr>
          <p:nvPr>
            <p:ph type="body" sz="half" idx="2"/>
          </p:nvPr>
        </p:nvSpPr>
        <p:spPr>
          <a:xfrm>
            <a:off x="1473200" y="9083675"/>
            <a:ext cx="6897688" cy="168290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406B57D-EE7F-5DA3-5152-54EC9765406A}"/>
              </a:ext>
            </a:extLst>
          </p:cNvPr>
          <p:cNvSpPr>
            <a:spLocks noGrp="1"/>
          </p:cNvSpPr>
          <p:nvPr>
            <p:ph type="dt" sz="half" idx="10"/>
          </p:nvPr>
        </p:nvSpPr>
        <p:spPr/>
        <p:txBody>
          <a:bodyPr/>
          <a:lstStyle/>
          <a:p>
            <a:fld id="{A666320E-2E51-46CD-B000-0C5C59C25FAA}" type="datetimeFigureOut">
              <a:rPr lang="en-GB" smtClean="0"/>
              <a:t>16/12/2025</a:t>
            </a:fld>
            <a:endParaRPr lang="en-GB"/>
          </a:p>
        </p:txBody>
      </p:sp>
      <p:sp>
        <p:nvSpPr>
          <p:cNvPr id="6" name="Footer Placeholder 5">
            <a:extLst>
              <a:ext uri="{FF2B5EF4-FFF2-40B4-BE49-F238E27FC236}">
                <a16:creationId xmlns:a16="http://schemas.microsoft.com/office/drawing/2014/main" id="{A808D7FF-62D5-743A-F41B-F51911CEE8DC}"/>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4C1D8B6D-1C48-C458-68DB-92FDF4DF0C26}"/>
              </a:ext>
            </a:extLst>
          </p:cNvPr>
          <p:cNvSpPr>
            <a:spLocks noGrp="1"/>
          </p:cNvSpPr>
          <p:nvPr>
            <p:ph type="sldNum" sz="quarter" idx="12"/>
          </p:nvPr>
        </p:nvSpPr>
        <p:spPr/>
        <p:txBody>
          <a:bodyPr/>
          <a:lstStyle/>
          <a:p>
            <a:fld id="{8EEC39EF-12DD-4979-90D2-3F1F26504DFB}" type="slidenum">
              <a:rPr lang="en-GB" smtClean="0"/>
              <a:t>‹#›</a:t>
            </a:fld>
            <a:endParaRPr lang="en-GB"/>
          </a:p>
        </p:txBody>
      </p:sp>
    </p:spTree>
    <p:extLst>
      <p:ext uri="{BB962C8B-B14F-4D97-AF65-F5344CB8AC3E}">
        <p14:creationId xmlns:p14="http://schemas.microsoft.com/office/powerpoint/2010/main" val="80452627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D01B3D-D0DD-4BD4-D289-3E25153F4B68}"/>
              </a:ext>
            </a:extLst>
          </p:cNvPr>
          <p:cNvSpPr>
            <a:spLocks noGrp="1"/>
          </p:cNvSpPr>
          <p:nvPr>
            <p:ph type="title"/>
          </p:nvPr>
        </p:nvSpPr>
        <p:spPr>
          <a:xfrm>
            <a:off x="1473200" y="2019300"/>
            <a:ext cx="6897688" cy="7064375"/>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077294A8-9457-4ABC-AA86-3E17CE32E607}"/>
              </a:ext>
            </a:extLst>
          </p:cNvPr>
          <p:cNvSpPr>
            <a:spLocks noGrp="1"/>
          </p:cNvSpPr>
          <p:nvPr>
            <p:ph type="pic" idx="1"/>
          </p:nvPr>
        </p:nvSpPr>
        <p:spPr>
          <a:xfrm>
            <a:off x="9093200" y="4359275"/>
            <a:ext cx="10826750" cy="21518563"/>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AB90F456-F576-BC37-88BD-0E468E822CC7}"/>
              </a:ext>
            </a:extLst>
          </p:cNvPr>
          <p:cNvSpPr>
            <a:spLocks noGrp="1"/>
          </p:cNvSpPr>
          <p:nvPr>
            <p:ph type="body" sz="half" idx="2"/>
          </p:nvPr>
        </p:nvSpPr>
        <p:spPr>
          <a:xfrm>
            <a:off x="1473200" y="9083675"/>
            <a:ext cx="6897688" cy="168290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0AF1C11-663C-911A-834F-9EAD9A3BB17D}"/>
              </a:ext>
            </a:extLst>
          </p:cNvPr>
          <p:cNvSpPr>
            <a:spLocks noGrp="1"/>
          </p:cNvSpPr>
          <p:nvPr>
            <p:ph type="dt" sz="half" idx="10"/>
          </p:nvPr>
        </p:nvSpPr>
        <p:spPr/>
        <p:txBody>
          <a:bodyPr/>
          <a:lstStyle/>
          <a:p>
            <a:fld id="{A666320E-2E51-46CD-B000-0C5C59C25FAA}" type="datetimeFigureOut">
              <a:rPr lang="en-GB" smtClean="0"/>
              <a:t>16/12/2025</a:t>
            </a:fld>
            <a:endParaRPr lang="en-GB"/>
          </a:p>
        </p:txBody>
      </p:sp>
      <p:sp>
        <p:nvSpPr>
          <p:cNvPr id="6" name="Footer Placeholder 5">
            <a:extLst>
              <a:ext uri="{FF2B5EF4-FFF2-40B4-BE49-F238E27FC236}">
                <a16:creationId xmlns:a16="http://schemas.microsoft.com/office/drawing/2014/main" id="{85F5C2A7-16AB-8BC6-901F-A1B963A16D1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2F6F0F22-6283-C741-930B-D179C52A6611}"/>
              </a:ext>
            </a:extLst>
          </p:cNvPr>
          <p:cNvSpPr>
            <a:spLocks noGrp="1"/>
          </p:cNvSpPr>
          <p:nvPr>
            <p:ph type="sldNum" sz="quarter" idx="12"/>
          </p:nvPr>
        </p:nvSpPr>
        <p:spPr/>
        <p:txBody>
          <a:bodyPr/>
          <a:lstStyle/>
          <a:p>
            <a:fld id="{8EEC39EF-12DD-4979-90D2-3F1F26504DFB}" type="slidenum">
              <a:rPr lang="en-GB" smtClean="0"/>
              <a:t>‹#›</a:t>
            </a:fld>
            <a:endParaRPr lang="en-GB"/>
          </a:p>
        </p:txBody>
      </p:sp>
    </p:spTree>
    <p:extLst>
      <p:ext uri="{BB962C8B-B14F-4D97-AF65-F5344CB8AC3E}">
        <p14:creationId xmlns:p14="http://schemas.microsoft.com/office/powerpoint/2010/main" val="340658044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F32C89-E030-5F0B-4F9C-5AA46110A6C5}"/>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6F85962-24AB-D3A0-4699-FEAF24D3009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51432D01-BEDD-ACD0-89CF-07F2BDA5E022}"/>
              </a:ext>
            </a:extLst>
          </p:cNvPr>
          <p:cNvSpPr>
            <a:spLocks noGrp="1"/>
          </p:cNvSpPr>
          <p:nvPr>
            <p:ph type="dt" sz="half" idx="10"/>
          </p:nvPr>
        </p:nvSpPr>
        <p:spPr/>
        <p:txBody>
          <a:bodyPr/>
          <a:lstStyle/>
          <a:p>
            <a:fld id="{A666320E-2E51-46CD-B000-0C5C59C25FAA}" type="datetimeFigureOut">
              <a:rPr lang="en-GB" smtClean="0"/>
              <a:t>16/12/2025</a:t>
            </a:fld>
            <a:endParaRPr lang="en-GB"/>
          </a:p>
        </p:txBody>
      </p:sp>
      <p:sp>
        <p:nvSpPr>
          <p:cNvPr id="5" name="Footer Placeholder 4">
            <a:extLst>
              <a:ext uri="{FF2B5EF4-FFF2-40B4-BE49-F238E27FC236}">
                <a16:creationId xmlns:a16="http://schemas.microsoft.com/office/drawing/2014/main" id="{B5137E9C-6FEA-F709-6DBC-2747A68F2F4D}"/>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D058C71-619B-112E-CF8B-A3EC28D036BA}"/>
              </a:ext>
            </a:extLst>
          </p:cNvPr>
          <p:cNvSpPr>
            <a:spLocks noGrp="1"/>
          </p:cNvSpPr>
          <p:nvPr>
            <p:ph type="sldNum" sz="quarter" idx="12"/>
          </p:nvPr>
        </p:nvSpPr>
        <p:spPr/>
        <p:txBody>
          <a:bodyPr/>
          <a:lstStyle/>
          <a:p>
            <a:fld id="{8EEC39EF-12DD-4979-90D2-3F1F26504DFB}" type="slidenum">
              <a:rPr lang="en-GB" smtClean="0"/>
              <a:t>‹#›</a:t>
            </a:fld>
            <a:endParaRPr lang="en-GB"/>
          </a:p>
        </p:txBody>
      </p:sp>
    </p:spTree>
    <p:extLst>
      <p:ext uri="{BB962C8B-B14F-4D97-AF65-F5344CB8AC3E}">
        <p14:creationId xmlns:p14="http://schemas.microsoft.com/office/powerpoint/2010/main" val="163839973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DA8A876-C2F0-F3AD-6866-1E2C3BEFC92E}"/>
              </a:ext>
            </a:extLst>
          </p:cNvPr>
          <p:cNvSpPr>
            <a:spLocks noGrp="1"/>
          </p:cNvSpPr>
          <p:nvPr>
            <p:ph type="title" orient="vert"/>
          </p:nvPr>
        </p:nvSpPr>
        <p:spPr>
          <a:xfrm>
            <a:off x="15306675" y="1612900"/>
            <a:ext cx="4611688" cy="25660350"/>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B95A44C-915A-CCA2-9FDC-E9C5E800FEB6}"/>
              </a:ext>
            </a:extLst>
          </p:cNvPr>
          <p:cNvSpPr>
            <a:spLocks noGrp="1"/>
          </p:cNvSpPr>
          <p:nvPr>
            <p:ph type="body" orient="vert" idx="1"/>
          </p:nvPr>
        </p:nvSpPr>
        <p:spPr>
          <a:xfrm>
            <a:off x="1470025" y="1612900"/>
            <a:ext cx="13684250" cy="256603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4B5CD6BE-2F93-7244-0EAC-30F9CC4A8234}"/>
              </a:ext>
            </a:extLst>
          </p:cNvPr>
          <p:cNvSpPr>
            <a:spLocks noGrp="1"/>
          </p:cNvSpPr>
          <p:nvPr>
            <p:ph type="dt" sz="half" idx="10"/>
          </p:nvPr>
        </p:nvSpPr>
        <p:spPr/>
        <p:txBody>
          <a:bodyPr/>
          <a:lstStyle/>
          <a:p>
            <a:fld id="{A666320E-2E51-46CD-B000-0C5C59C25FAA}" type="datetimeFigureOut">
              <a:rPr lang="en-GB" smtClean="0"/>
              <a:t>16/12/2025</a:t>
            </a:fld>
            <a:endParaRPr lang="en-GB"/>
          </a:p>
        </p:txBody>
      </p:sp>
      <p:sp>
        <p:nvSpPr>
          <p:cNvPr id="5" name="Footer Placeholder 4">
            <a:extLst>
              <a:ext uri="{FF2B5EF4-FFF2-40B4-BE49-F238E27FC236}">
                <a16:creationId xmlns:a16="http://schemas.microsoft.com/office/drawing/2014/main" id="{0B5418A1-053E-209E-663A-ACA66AF3A9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DC7ACD3-DCEA-7406-B463-1825E871B9EC}"/>
              </a:ext>
            </a:extLst>
          </p:cNvPr>
          <p:cNvSpPr>
            <a:spLocks noGrp="1"/>
          </p:cNvSpPr>
          <p:nvPr>
            <p:ph type="sldNum" sz="quarter" idx="12"/>
          </p:nvPr>
        </p:nvSpPr>
        <p:spPr/>
        <p:txBody>
          <a:bodyPr/>
          <a:lstStyle/>
          <a:p>
            <a:fld id="{8EEC39EF-12DD-4979-90D2-3F1F26504DFB}" type="slidenum">
              <a:rPr lang="en-GB" smtClean="0"/>
              <a:t>‹#›</a:t>
            </a:fld>
            <a:endParaRPr lang="en-GB"/>
          </a:p>
        </p:txBody>
      </p:sp>
    </p:spTree>
    <p:extLst>
      <p:ext uri="{BB962C8B-B14F-4D97-AF65-F5344CB8AC3E}">
        <p14:creationId xmlns:p14="http://schemas.microsoft.com/office/powerpoint/2010/main" val="200819309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1"/>
            </a:lvl1pPr>
          </a:lstStyle>
          <a:p>
            <a:r>
              <a:rPr lang="en-US"/>
              <a:t>Click to edit Master title style</a:t>
            </a:r>
            <a:endParaRPr lang="en-GB"/>
          </a:p>
        </p:txBody>
      </p:sp>
      <p:sp>
        <p:nvSpPr>
          <p:cNvPr id="4" name="Content Placeholder 2">
            <a:extLst>
              <a:ext uri="{FF2B5EF4-FFF2-40B4-BE49-F238E27FC236}">
                <a16:creationId xmlns:a16="http://schemas.microsoft.com/office/drawing/2014/main" id="{FEF963AC-AD21-4E43-A16C-AB75B1463121}"/>
              </a:ext>
            </a:extLst>
          </p:cNvPr>
          <p:cNvSpPr>
            <a:spLocks noGrp="1"/>
          </p:cNvSpPr>
          <p:nvPr>
            <p:ph idx="1"/>
          </p:nvPr>
        </p:nvSpPr>
        <p:spPr>
          <a:xfrm>
            <a:off x="736600" y="5635625"/>
            <a:ext cx="9344025" cy="23852186"/>
          </a:xfrm>
          <a:prstGeom prst="rect">
            <a:avLst/>
          </a:prstGeom>
        </p:spPr>
        <p:txBody>
          <a:bodyPr/>
          <a:lstStyle>
            <a:lvl1pPr marL="360000" indent="-360000">
              <a:spcBef>
                <a:spcPts val="1400"/>
              </a:spcBef>
              <a:defRPr sz="1900">
                <a:latin typeface="Arial" panose="020B0604020202020204" pitchFamily="34" charset="0"/>
                <a:cs typeface="Arial" panose="020B0604020202020204" pitchFamily="34" charset="0"/>
              </a:defRPr>
            </a:lvl1pPr>
            <a:lvl2pPr marL="720000" indent="-360000">
              <a:spcBef>
                <a:spcPts val="1000"/>
              </a:spcBef>
              <a:buFont typeface="Arial" pitchFamily="34" charset="0"/>
              <a:buChar char="•"/>
              <a:defRPr sz="1900">
                <a:latin typeface="Arial" panose="020B0604020202020204" pitchFamily="34" charset="0"/>
                <a:cs typeface="Arial" panose="020B0604020202020204" pitchFamily="34" charset="0"/>
              </a:defRPr>
            </a:lvl2pPr>
            <a:lvl3pPr marL="1080000" indent="-360000">
              <a:spcBef>
                <a:spcPts val="600"/>
              </a:spcBef>
              <a:buFont typeface="Rdg Vesta" pitchFamily="2" charset="0"/>
              <a:buChar char="−"/>
              <a:defRPr sz="1600">
                <a:latin typeface="Arial" panose="020B0604020202020204" pitchFamily="34" charset="0"/>
                <a:cs typeface="Arial" panose="020B0604020202020204" pitchFamily="34" charset="0"/>
              </a:defRPr>
            </a:lvl3pPr>
            <a:lvl4pPr marL="1350000" indent="-270000">
              <a:spcBef>
                <a:spcPts val="500"/>
              </a:spcBef>
              <a:buFont typeface="Arial" pitchFamily="34" charset="0"/>
              <a:buChar char="•"/>
              <a:defRPr sz="1600">
                <a:latin typeface="Arial" panose="020B0604020202020204" pitchFamily="34" charset="0"/>
                <a:cs typeface="Arial" panose="020B0604020202020204" pitchFamily="34" charset="0"/>
              </a:defRPr>
            </a:lvl4pPr>
            <a:lvl5pPr marL="1530000" indent="-180000">
              <a:spcBef>
                <a:spcPts val="500"/>
              </a:spcBef>
              <a:buClr>
                <a:schemeClr val="tx2"/>
              </a:buClr>
              <a:buFont typeface="Rdg Vesta" pitchFamily="2" charset="0"/>
              <a:buChar char="−"/>
              <a:defRPr sz="1200">
                <a:latin typeface="Arial" panose="020B0604020202020204" pitchFamily="34" charset="0"/>
                <a:cs typeface="Arial" panose="020B0604020202020204" pitchFamily="34" charset="0"/>
              </a:defRPr>
            </a:lvl5pPr>
          </a:lstStyle>
          <a:p>
            <a:pPr marL="455613" marR="0" lvl="0" indent="-455613" algn="l" defTabSz="2952750" rtl="0" eaLnBrk="1" fontAlgn="base" latinLnBrk="0" hangingPunct="1">
              <a:lnSpc>
                <a:spcPct val="125000"/>
              </a:lnSpc>
              <a:spcBef>
                <a:spcPct val="60000"/>
              </a:spcBef>
              <a:spcAft>
                <a:spcPct val="0"/>
              </a:spcAft>
              <a:buClr>
                <a:srgbClr val="158473"/>
              </a:buClr>
              <a:buSzTx/>
              <a:buFontTx/>
              <a:buChar char="•"/>
              <a:tabLst/>
              <a:defRPr/>
            </a:pPr>
            <a:r>
              <a:rPr kumimoji="0" lang="en-GB"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Click to edit Master text styles</a:t>
            </a:r>
          </a:p>
          <a:p>
            <a:pPr marL="1000125" marR="0" lvl="1" indent="-457200" algn="l" defTabSz="2952750" rtl="0" eaLnBrk="1" fontAlgn="base" latinLnBrk="0" hangingPunct="1">
              <a:lnSpc>
                <a:spcPct val="125000"/>
              </a:lnSpc>
              <a:spcBef>
                <a:spcPct val="40000"/>
              </a:spcBef>
              <a:spcAft>
                <a:spcPct val="0"/>
              </a:spcAft>
              <a:buClr>
                <a:srgbClr val="158473"/>
              </a:buClr>
              <a:buSzTx/>
              <a:buFontTx/>
              <a:buChar char="•"/>
              <a:tabLst/>
              <a:defRPr/>
            </a:pPr>
            <a:r>
              <a:rPr kumimoji="0" lang="en-GB"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Second level</a:t>
            </a:r>
          </a:p>
          <a:p>
            <a:pPr marL="1331913" marR="0" lvl="2" indent="-342900" algn="l" defTabSz="2952750" rtl="0" eaLnBrk="1" fontAlgn="base" latinLnBrk="0" hangingPunct="1">
              <a:lnSpc>
                <a:spcPct val="125000"/>
              </a:lnSpc>
              <a:spcBef>
                <a:spcPct val="30000"/>
              </a:spcBef>
              <a:spcAft>
                <a:spcPct val="0"/>
              </a:spcAft>
              <a:buClr>
                <a:srgbClr val="158473"/>
              </a:buClr>
              <a:buSzTx/>
              <a:buFontTx/>
              <a:buChar char="•"/>
              <a:tabLst/>
              <a:defRPr/>
            </a:pPr>
            <a:r>
              <a:rPr kumimoji="0" lang="en-GB" sz="22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Third level</a:t>
            </a:r>
          </a:p>
          <a:p>
            <a:pPr marL="1644650" marR="0" lvl="3" indent="-301625" algn="l" defTabSz="2952750" rtl="0" eaLnBrk="1" fontAlgn="base" latinLnBrk="0" hangingPunct="1">
              <a:lnSpc>
                <a:spcPct val="125000"/>
              </a:lnSpc>
              <a:spcBef>
                <a:spcPct val="40000"/>
              </a:spcBef>
              <a:spcAft>
                <a:spcPct val="0"/>
              </a:spcAft>
              <a:buClr>
                <a:srgbClr val="158473"/>
              </a:buClr>
              <a:buSzTx/>
              <a:buFontTx/>
              <a:buChar char="•"/>
              <a:tabLst/>
              <a:defRPr/>
            </a:pPr>
            <a:r>
              <a:rPr kumimoji="0" lang="en-GB" sz="20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Fourth level</a:t>
            </a:r>
          </a:p>
        </p:txBody>
      </p:sp>
    </p:spTree>
    <p:extLst>
      <p:ext uri="{BB962C8B-B14F-4D97-AF65-F5344CB8AC3E}">
        <p14:creationId xmlns:p14="http://schemas.microsoft.com/office/powerpoint/2010/main" val="212390410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1"/>
            </a:lvl1pPr>
          </a:lstStyle>
          <a:p>
            <a:r>
              <a:rPr lang="en-US"/>
              <a:t>Click to edit Master title style</a:t>
            </a:r>
            <a:endParaRPr lang="en-GB"/>
          </a:p>
        </p:txBody>
      </p:sp>
      <p:sp>
        <p:nvSpPr>
          <p:cNvPr id="4" name="Content Placeholder 2">
            <a:extLst>
              <a:ext uri="{FF2B5EF4-FFF2-40B4-BE49-F238E27FC236}">
                <a16:creationId xmlns:a16="http://schemas.microsoft.com/office/drawing/2014/main" id="{2EAAAEFD-1EC9-4039-9D31-AFE1B8B611A6}"/>
              </a:ext>
            </a:extLst>
          </p:cNvPr>
          <p:cNvSpPr>
            <a:spLocks noGrp="1"/>
          </p:cNvSpPr>
          <p:nvPr>
            <p:ph idx="1"/>
          </p:nvPr>
        </p:nvSpPr>
        <p:spPr>
          <a:xfrm>
            <a:off x="736600" y="5635625"/>
            <a:ext cx="9344025" cy="23852186"/>
          </a:xfrm>
          <a:prstGeom prst="rect">
            <a:avLst/>
          </a:prstGeom>
        </p:spPr>
        <p:txBody>
          <a:bodyPr/>
          <a:lstStyle>
            <a:lvl1pPr marL="360000" indent="-360000">
              <a:spcBef>
                <a:spcPts val="1400"/>
              </a:spcBef>
              <a:defRPr sz="1900">
                <a:latin typeface="Arial" panose="020B0604020202020204" pitchFamily="34" charset="0"/>
                <a:cs typeface="Arial" panose="020B0604020202020204" pitchFamily="34" charset="0"/>
              </a:defRPr>
            </a:lvl1pPr>
            <a:lvl2pPr marL="720000" indent="-360000">
              <a:spcBef>
                <a:spcPts val="1000"/>
              </a:spcBef>
              <a:buFont typeface="Arial" pitchFamily="34" charset="0"/>
              <a:buChar char="•"/>
              <a:defRPr sz="1900">
                <a:latin typeface="Arial" panose="020B0604020202020204" pitchFamily="34" charset="0"/>
                <a:cs typeface="Arial" panose="020B0604020202020204" pitchFamily="34" charset="0"/>
              </a:defRPr>
            </a:lvl2pPr>
            <a:lvl3pPr marL="1080000" indent="-360000">
              <a:spcBef>
                <a:spcPts val="600"/>
              </a:spcBef>
              <a:buFont typeface="Rdg Vesta" pitchFamily="2" charset="0"/>
              <a:buChar char="−"/>
              <a:defRPr sz="1600">
                <a:latin typeface="Arial" panose="020B0604020202020204" pitchFamily="34" charset="0"/>
                <a:cs typeface="Arial" panose="020B0604020202020204" pitchFamily="34" charset="0"/>
              </a:defRPr>
            </a:lvl3pPr>
            <a:lvl4pPr marL="1350000" indent="-270000">
              <a:spcBef>
                <a:spcPts val="500"/>
              </a:spcBef>
              <a:buFont typeface="Arial" pitchFamily="34" charset="0"/>
              <a:buChar char="•"/>
              <a:defRPr sz="1600">
                <a:latin typeface="Arial" panose="020B0604020202020204" pitchFamily="34" charset="0"/>
                <a:cs typeface="Arial" panose="020B0604020202020204" pitchFamily="34" charset="0"/>
              </a:defRPr>
            </a:lvl4pPr>
            <a:lvl5pPr marL="1530000" indent="-180000">
              <a:spcBef>
                <a:spcPts val="500"/>
              </a:spcBef>
              <a:buClr>
                <a:schemeClr val="tx2"/>
              </a:buClr>
              <a:buFont typeface="Rdg Vesta" pitchFamily="2" charset="0"/>
              <a:buChar char="−"/>
              <a:defRPr sz="1200">
                <a:latin typeface="Arial" panose="020B0604020202020204" pitchFamily="34" charset="0"/>
                <a:cs typeface="Arial" panose="020B0604020202020204" pitchFamily="34" charset="0"/>
              </a:defRPr>
            </a:lvl5pPr>
          </a:lstStyle>
          <a:p>
            <a:pPr marL="455613" marR="0" lvl="0" indent="-455613" algn="l" defTabSz="2952750" rtl="0" eaLnBrk="1" fontAlgn="base" latinLnBrk="0" hangingPunct="1">
              <a:lnSpc>
                <a:spcPct val="125000"/>
              </a:lnSpc>
              <a:spcBef>
                <a:spcPct val="60000"/>
              </a:spcBef>
              <a:spcAft>
                <a:spcPct val="0"/>
              </a:spcAft>
              <a:buClr>
                <a:srgbClr val="158473"/>
              </a:buClr>
              <a:buSzTx/>
              <a:buFontTx/>
              <a:buChar char="•"/>
              <a:tabLst/>
              <a:defRPr/>
            </a:pPr>
            <a:r>
              <a:rPr kumimoji="0" lang="en-GB"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Click to edit Master text styles</a:t>
            </a:r>
          </a:p>
          <a:p>
            <a:pPr marL="1000125" marR="0" lvl="1" indent="-457200" algn="l" defTabSz="2952750" rtl="0" eaLnBrk="1" fontAlgn="base" latinLnBrk="0" hangingPunct="1">
              <a:lnSpc>
                <a:spcPct val="125000"/>
              </a:lnSpc>
              <a:spcBef>
                <a:spcPct val="40000"/>
              </a:spcBef>
              <a:spcAft>
                <a:spcPct val="0"/>
              </a:spcAft>
              <a:buClr>
                <a:srgbClr val="158473"/>
              </a:buClr>
              <a:buSzTx/>
              <a:buFontTx/>
              <a:buChar char="•"/>
              <a:tabLst/>
              <a:defRPr/>
            </a:pPr>
            <a:r>
              <a:rPr kumimoji="0" lang="en-GB"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Second level</a:t>
            </a:r>
          </a:p>
          <a:p>
            <a:pPr marL="1331913" marR="0" lvl="2" indent="-342900" algn="l" defTabSz="2952750" rtl="0" eaLnBrk="1" fontAlgn="base" latinLnBrk="0" hangingPunct="1">
              <a:lnSpc>
                <a:spcPct val="125000"/>
              </a:lnSpc>
              <a:spcBef>
                <a:spcPct val="30000"/>
              </a:spcBef>
              <a:spcAft>
                <a:spcPct val="0"/>
              </a:spcAft>
              <a:buClr>
                <a:srgbClr val="158473"/>
              </a:buClr>
              <a:buSzTx/>
              <a:buFontTx/>
              <a:buChar char="•"/>
              <a:tabLst/>
              <a:defRPr/>
            </a:pPr>
            <a:r>
              <a:rPr kumimoji="0" lang="en-GB" sz="22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Third level</a:t>
            </a:r>
          </a:p>
          <a:p>
            <a:pPr marL="1644650" marR="0" lvl="3" indent="-301625" algn="l" defTabSz="2952750" rtl="0" eaLnBrk="1" fontAlgn="base" latinLnBrk="0" hangingPunct="1">
              <a:lnSpc>
                <a:spcPct val="125000"/>
              </a:lnSpc>
              <a:spcBef>
                <a:spcPct val="40000"/>
              </a:spcBef>
              <a:spcAft>
                <a:spcPct val="0"/>
              </a:spcAft>
              <a:buClr>
                <a:srgbClr val="158473"/>
              </a:buClr>
              <a:buSzTx/>
              <a:buFontTx/>
              <a:buChar char="•"/>
              <a:tabLst/>
              <a:defRPr/>
            </a:pPr>
            <a:r>
              <a:rPr kumimoji="0" lang="en-GB" sz="20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Fourth level</a:t>
            </a:r>
          </a:p>
        </p:txBody>
      </p:sp>
    </p:spTree>
    <p:extLst>
      <p:ext uri="{BB962C8B-B14F-4D97-AF65-F5344CB8AC3E}">
        <p14:creationId xmlns:p14="http://schemas.microsoft.com/office/powerpoint/2010/main" val="146686906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1"/>
            </a:lvl1pPr>
          </a:lstStyle>
          <a:p>
            <a:r>
              <a:rPr lang="en-US"/>
              <a:t>Click to edit Master title style</a:t>
            </a:r>
            <a:endParaRPr lang="en-GB"/>
          </a:p>
        </p:txBody>
      </p:sp>
      <p:sp>
        <p:nvSpPr>
          <p:cNvPr id="6" name="Content Placeholder 2">
            <a:extLst>
              <a:ext uri="{FF2B5EF4-FFF2-40B4-BE49-F238E27FC236}">
                <a16:creationId xmlns:a16="http://schemas.microsoft.com/office/drawing/2014/main" id="{A7515D96-1650-49B2-A79A-A2009C1C3600}"/>
              </a:ext>
            </a:extLst>
          </p:cNvPr>
          <p:cNvSpPr>
            <a:spLocks noGrp="1"/>
          </p:cNvSpPr>
          <p:nvPr>
            <p:ph idx="1"/>
          </p:nvPr>
        </p:nvSpPr>
        <p:spPr>
          <a:xfrm>
            <a:off x="736600" y="5635625"/>
            <a:ext cx="9344025" cy="23852186"/>
          </a:xfrm>
          <a:prstGeom prst="rect">
            <a:avLst/>
          </a:prstGeom>
        </p:spPr>
        <p:txBody>
          <a:bodyPr/>
          <a:lstStyle>
            <a:lvl1pPr marL="360000" indent="-360000">
              <a:spcBef>
                <a:spcPts val="1400"/>
              </a:spcBef>
              <a:defRPr sz="1900">
                <a:latin typeface="Arial" panose="020B0604020202020204" pitchFamily="34" charset="0"/>
                <a:cs typeface="Arial" panose="020B0604020202020204" pitchFamily="34" charset="0"/>
              </a:defRPr>
            </a:lvl1pPr>
            <a:lvl2pPr marL="720000" indent="-360000">
              <a:spcBef>
                <a:spcPts val="1000"/>
              </a:spcBef>
              <a:buFont typeface="Arial" pitchFamily="34" charset="0"/>
              <a:buChar char="•"/>
              <a:defRPr sz="1900">
                <a:latin typeface="Arial" panose="020B0604020202020204" pitchFamily="34" charset="0"/>
                <a:cs typeface="Arial" panose="020B0604020202020204" pitchFamily="34" charset="0"/>
              </a:defRPr>
            </a:lvl2pPr>
            <a:lvl3pPr marL="1080000" indent="-360000">
              <a:spcBef>
                <a:spcPts val="600"/>
              </a:spcBef>
              <a:buFont typeface="Rdg Vesta" pitchFamily="2" charset="0"/>
              <a:buChar char="−"/>
              <a:defRPr sz="1600">
                <a:latin typeface="Arial" panose="020B0604020202020204" pitchFamily="34" charset="0"/>
                <a:cs typeface="Arial" panose="020B0604020202020204" pitchFamily="34" charset="0"/>
              </a:defRPr>
            </a:lvl3pPr>
            <a:lvl4pPr marL="1350000" indent="-270000">
              <a:spcBef>
                <a:spcPts val="500"/>
              </a:spcBef>
              <a:buFont typeface="Arial" pitchFamily="34" charset="0"/>
              <a:buChar char="•"/>
              <a:defRPr sz="1600">
                <a:latin typeface="Arial" panose="020B0604020202020204" pitchFamily="34" charset="0"/>
                <a:cs typeface="Arial" panose="020B0604020202020204" pitchFamily="34" charset="0"/>
              </a:defRPr>
            </a:lvl4pPr>
            <a:lvl5pPr marL="1530000" indent="-180000">
              <a:spcBef>
                <a:spcPts val="500"/>
              </a:spcBef>
              <a:buClr>
                <a:schemeClr val="tx2"/>
              </a:buClr>
              <a:buFont typeface="Rdg Vesta" pitchFamily="2" charset="0"/>
              <a:buChar char="−"/>
              <a:defRPr sz="1200">
                <a:latin typeface="Arial" panose="020B0604020202020204" pitchFamily="34" charset="0"/>
                <a:cs typeface="Arial" panose="020B0604020202020204" pitchFamily="34" charset="0"/>
              </a:defRPr>
            </a:lvl5pPr>
          </a:lstStyle>
          <a:p>
            <a:pPr marL="455613" marR="0" lvl="0" indent="-455613" algn="l" defTabSz="2952750" rtl="0" eaLnBrk="1" fontAlgn="base" latinLnBrk="0" hangingPunct="1">
              <a:lnSpc>
                <a:spcPct val="125000"/>
              </a:lnSpc>
              <a:spcBef>
                <a:spcPct val="60000"/>
              </a:spcBef>
              <a:spcAft>
                <a:spcPct val="0"/>
              </a:spcAft>
              <a:buClr>
                <a:srgbClr val="158473"/>
              </a:buClr>
              <a:buSzTx/>
              <a:buFontTx/>
              <a:buChar char="•"/>
              <a:tabLst/>
              <a:defRPr/>
            </a:pPr>
            <a:r>
              <a:rPr kumimoji="0" lang="en-GB"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Click to edit Master text styles</a:t>
            </a:r>
          </a:p>
          <a:p>
            <a:pPr marL="1000125" marR="0" lvl="1" indent="-457200" algn="l" defTabSz="2952750" rtl="0" eaLnBrk="1" fontAlgn="base" latinLnBrk="0" hangingPunct="1">
              <a:lnSpc>
                <a:spcPct val="125000"/>
              </a:lnSpc>
              <a:spcBef>
                <a:spcPct val="40000"/>
              </a:spcBef>
              <a:spcAft>
                <a:spcPct val="0"/>
              </a:spcAft>
              <a:buClr>
                <a:srgbClr val="158473"/>
              </a:buClr>
              <a:buSzTx/>
              <a:buFontTx/>
              <a:buChar char="•"/>
              <a:tabLst/>
              <a:defRPr/>
            </a:pPr>
            <a:r>
              <a:rPr kumimoji="0" lang="en-GB"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Second level</a:t>
            </a:r>
          </a:p>
          <a:p>
            <a:pPr marL="1331913" marR="0" lvl="2" indent="-342900" algn="l" defTabSz="2952750" rtl="0" eaLnBrk="1" fontAlgn="base" latinLnBrk="0" hangingPunct="1">
              <a:lnSpc>
                <a:spcPct val="125000"/>
              </a:lnSpc>
              <a:spcBef>
                <a:spcPct val="30000"/>
              </a:spcBef>
              <a:spcAft>
                <a:spcPct val="0"/>
              </a:spcAft>
              <a:buClr>
                <a:srgbClr val="158473"/>
              </a:buClr>
              <a:buSzTx/>
              <a:buFontTx/>
              <a:buChar char="•"/>
              <a:tabLst/>
              <a:defRPr/>
            </a:pPr>
            <a:r>
              <a:rPr kumimoji="0" lang="en-GB" sz="22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Third level</a:t>
            </a:r>
          </a:p>
          <a:p>
            <a:pPr marL="1644650" marR="0" lvl="3" indent="-301625" algn="l" defTabSz="2952750" rtl="0" eaLnBrk="1" fontAlgn="base" latinLnBrk="0" hangingPunct="1">
              <a:lnSpc>
                <a:spcPct val="125000"/>
              </a:lnSpc>
              <a:spcBef>
                <a:spcPct val="40000"/>
              </a:spcBef>
              <a:spcAft>
                <a:spcPct val="0"/>
              </a:spcAft>
              <a:buClr>
                <a:srgbClr val="158473"/>
              </a:buClr>
              <a:buSzTx/>
              <a:buFontTx/>
              <a:buChar char="•"/>
              <a:tabLst/>
              <a:defRPr/>
            </a:pPr>
            <a:r>
              <a:rPr kumimoji="0" lang="en-GB" sz="20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Fourth level</a:t>
            </a:r>
          </a:p>
        </p:txBody>
      </p:sp>
    </p:spTree>
    <p:extLst>
      <p:ext uri="{BB962C8B-B14F-4D97-AF65-F5344CB8AC3E}">
        <p14:creationId xmlns:p14="http://schemas.microsoft.com/office/powerpoint/2010/main" val="371792215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1"/>
            </a:lvl1pPr>
          </a:lstStyle>
          <a:p>
            <a:r>
              <a:rPr lang="en-US"/>
              <a:t>Click to edit Master title style</a:t>
            </a:r>
            <a:endParaRPr lang="en-GB"/>
          </a:p>
        </p:txBody>
      </p:sp>
      <p:sp>
        <p:nvSpPr>
          <p:cNvPr id="4" name="Content Placeholder 2">
            <a:extLst>
              <a:ext uri="{FF2B5EF4-FFF2-40B4-BE49-F238E27FC236}">
                <a16:creationId xmlns:a16="http://schemas.microsoft.com/office/drawing/2014/main" id="{5A380693-CD9F-49AC-BAC4-1F4C633D6CD3}"/>
              </a:ext>
            </a:extLst>
          </p:cNvPr>
          <p:cNvSpPr>
            <a:spLocks noGrp="1"/>
          </p:cNvSpPr>
          <p:nvPr>
            <p:ph idx="1"/>
          </p:nvPr>
        </p:nvSpPr>
        <p:spPr>
          <a:xfrm>
            <a:off x="736600" y="5635625"/>
            <a:ext cx="9344025" cy="23852186"/>
          </a:xfrm>
          <a:prstGeom prst="rect">
            <a:avLst/>
          </a:prstGeom>
        </p:spPr>
        <p:txBody>
          <a:bodyPr/>
          <a:lstStyle>
            <a:lvl1pPr marL="360000" indent="-360000">
              <a:spcBef>
                <a:spcPts val="1400"/>
              </a:spcBef>
              <a:defRPr sz="1900">
                <a:latin typeface="Arial" panose="020B0604020202020204" pitchFamily="34" charset="0"/>
                <a:cs typeface="Arial" panose="020B0604020202020204" pitchFamily="34" charset="0"/>
              </a:defRPr>
            </a:lvl1pPr>
            <a:lvl2pPr marL="720000" indent="-360000">
              <a:spcBef>
                <a:spcPts val="1000"/>
              </a:spcBef>
              <a:buFont typeface="Arial" pitchFamily="34" charset="0"/>
              <a:buChar char="•"/>
              <a:defRPr sz="1900">
                <a:latin typeface="Arial" panose="020B0604020202020204" pitchFamily="34" charset="0"/>
                <a:cs typeface="Arial" panose="020B0604020202020204" pitchFamily="34" charset="0"/>
              </a:defRPr>
            </a:lvl2pPr>
            <a:lvl3pPr marL="1080000" indent="-360000">
              <a:spcBef>
                <a:spcPts val="600"/>
              </a:spcBef>
              <a:buFont typeface="Rdg Vesta" pitchFamily="2" charset="0"/>
              <a:buChar char="−"/>
              <a:defRPr sz="1600">
                <a:latin typeface="Arial" panose="020B0604020202020204" pitchFamily="34" charset="0"/>
                <a:cs typeface="Arial" panose="020B0604020202020204" pitchFamily="34" charset="0"/>
              </a:defRPr>
            </a:lvl3pPr>
            <a:lvl4pPr marL="1350000" indent="-270000">
              <a:spcBef>
                <a:spcPts val="500"/>
              </a:spcBef>
              <a:buFont typeface="Arial" pitchFamily="34" charset="0"/>
              <a:buChar char="•"/>
              <a:defRPr sz="1600">
                <a:latin typeface="Arial" panose="020B0604020202020204" pitchFamily="34" charset="0"/>
                <a:cs typeface="Arial" panose="020B0604020202020204" pitchFamily="34" charset="0"/>
              </a:defRPr>
            </a:lvl4pPr>
            <a:lvl5pPr marL="1530000" indent="-180000">
              <a:spcBef>
                <a:spcPts val="500"/>
              </a:spcBef>
              <a:buClr>
                <a:schemeClr val="tx2"/>
              </a:buClr>
              <a:buFont typeface="Rdg Vesta" pitchFamily="2" charset="0"/>
              <a:buChar char="−"/>
              <a:defRPr sz="1200">
                <a:latin typeface="Arial" panose="020B0604020202020204" pitchFamily="34" charset="0"/>
                <a:cs typeface="Arial" panose="020B0604020202020204" pitchFamily="34" charset="0"/>
              </a:defRPr>
            </a:lvl5pPr>
          </a:lstStyle>
          <a:p>
            <a:pPr marL="455613" marR="0" lvl="0" indent="-455613" algn="l" defTabSz="2952750" rtl="0" eaLnBrk="1" fontAlgn="base" latinLnBrk="0" hangingPunct="1">
              <a:lnSpc>
                <a:spcPct val="125000"/>
              </a:lnSpc>
              <a:spcBef>
                <a:spcPct val="60000"/>
              </a:spcBef>
              <a:spcAft>
                <a:spcPct val="0"/>
              </a:spcAft>
              <a:buClr>
                <a:srgbClr val="158473"/>
              </a:buClr>
              <a:buSzTx/>
              <a:buFontTx/>
              <a:buChar char="•"/>
              <a:tabLst/>
              <a:defRPr/>
            </a:pPr>
            <a:r>
              <a:rPr kumimoji="0" lang="en-GB"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Click to edit Master text styles</a:t>
            </a:r>
          </a:p>
          <a:p>
            <a:pPr marL="1000125" marR="0" lvl="1" indent="-457200" algn="l" defTabSz="2952750" rtl="0" eaLnBrk="1" fontAlgn="base" latinLnBrk="0" hangingPunct="1">
              <a:lnSpc>
                <a:spcPct val="125000"/>
              </a:lnSpc>
              <a:spcBef>
                <a:spcPct val="40000"/>
              </a:spcBef>
              <a:spcAft>
                <a:spcPct val="0"/>
              </a:spcAft>
              <a:buClr>
                <a:srgbClr val="158473"/>
              </a:buClr>
              <a:buSzTx/>
              <a:buFontTx/>
              <a:buChar char="•"/>
              <a:tabLst/>
              <a:defRPr/>
            </a:pPr>
            <a:r>
              <a:rPr kumimoji="0" lang="en-GB"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Second level</a:t>
            </a:r>
          </a:p>
          <a:p>
            <a:pPr marL="1331913" marR="0" lvl="2" indent="-342900" algn="l" defTabSz="2952750" rtl="0" eaLnBrk="1" fontAlgn="base" latinLnBrk="0" hangingPunct="1">
              <a:lnSpc>
                <a:spcPct val="125000"/>
              </a:lnSpc>
              <a:spcBef>
                <a:spcPct val="30000"/>
              </a:spcBef>
              <a:spcAft>
                <a:spcPct val="0"/>
              </a:spcAft>
              <a:buClr>
                <a:srgbClr val="158473"/>
              </a:buClr>
              <a:buSzTx/>
              <a:buFontTx/>
              <a:buChar char="•"/>
              <a:tabLst/>
              <a:defRPr/>
            </a:pPr>
            <a:r>
              <a:rPr kumimoji="0" lang="en-GB" sz="22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Third level</a:t>
            </a:r>
          </a:p>
          <a:p>
            <a:pPr marL="1644650" marR="0" lvl="3" indent="-301625" algn="l" defTabSz="2952750" rtl="0" eaLnBrk="1" fontAlgn="base" latinLnBrk="0" hangingPunct="1">
              <a:lnSpc>
                <a:spcPct val="125000"/>
              </a:lnSpc>
              <a:spcBef>
                <a:spcPct val="40000"/>
              </a:spcBef>
              <a:spcAft>
                <a:spcPct val="0"/>
              </a:spcAft>
              <a:buClr>
                <a:srgbClr val="158473"/>
              </a:buClr>
              <a:buSzTx/>
              <a:buFontTx/>
              <a:buChar char="•"/>
              <a:tabLst/>
              <a:defRPr/>
            </a:pPr>
            <a:r>
              <a:rPr kumimoji="0" lang="en-GB" sz="20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Fourth level</a:t>
            </a:r>
          </a:p>
        </p:txBody>
      </p:sp>
    </p:spTree>
    <p:extLst>
      <p:ext uri="{BB962C8B-B14F-4D97-AF65-F5344CB8AC3E}">
        <p14:creationId xmlns:p14="http://schemas.microsoft.com/office/powerpoint/2010/main" val="419272325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9.xml"/><Relationship Id="rId3" Type="http://schemas.openxmlformats.org/officeDocument/2006/relationships/slideLayout" Target="../slideLayouts/slideLayout4.xml"/><Relationship Id="rId7" Type="http://schemas.openxmlformats.org/officeDocument/2006/relationships/slideLayout" Target="../slideLayouts/slideLayout8.xml"/><Relationship Id="rId12" Type="http://schemas.openxmlformats.org/officeDocument/2006/relationships/theme" Target="../theme/theme2.xml"/><Relationship Id="rId2" Type="http://schemas.openxmlformats.org/officeDocument/2006/relationships/slideLayout" Target="../slideLayouts/slideLayout3.xml"/><Relationship Id="rId1" Type="http://schemas.openxmlformats.org/officeDocument/2006/relationships/slideLayout" Target="../slideLayouts/slideLayout2.xml"/><Relationship Id="rId6" Type="http://schemas.openxmlformats.org/officeDocument/2006/relationships/slideLayout" Target="../slideLayouts/slideLayout7.xml"/><Relationship Id="rId11" Type="http://schemas.openxmlformats.org/officeDocument/2006/relationships/slideLayout" Target="../slideLayouts/slideLayout12.xml"/><Relationship Id="rId5" Type="http://schemas.openxmlformats.org/officeDocument/2006/relationships/slideLayout" Target="../slideLayouts/slideLayout6.xml"/><Relationship Id="rId10" Type="http://schemas.openxmlformats.org/officeDocument/2006/relationships/slideLayout" Target="../slideLayouts/slideLayout11.xml"/><Relationship Id="rId4" Type="http://schemas.openxmlformats.org/officeDocument/2006/relationships/slideLayout" Target="../slideLayouts/slideLayout5.xml"/><Relationship Id="rId9" Type="http://schemas.openxmlformats.org/officeDocument/2006/relationships/slideLayout" Target="../slideLayouts/slideLayout10.xml"/></Relationships>
</file>

<file path=ppt/slideMasters/_rels/slideMaster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3.xml"/><Relationship Id="rId1" Type="http://schemas.openxmlformats.org/officeDocument/2006/relationships/slideLayout" Target="../slideLayouts/slideLayout13.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21.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theme" Target="../theme/theme4.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s>
</file>

<file path=ppt/slideMasters/_rels/slideMaster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5.xml"/><Relationship Id="rId1" Type="http://schemas.openxmlformats.org/officeDocument/2006/relationships/slideLayout" Target="../slideLayouts/slideLayout25.xml"/></Relationships>
</file>

<file path=ppt/slideMasters/_rels/slideMaster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6.xml"/><Relationship Id="rId1" Type="http://schemas.openxmlformats.org/officeDocument/2006/relationships/slideLayout" Target="../slideLayouts/slideLayout26.xml"/></Relationships>
</file>

<file path=ppt/slideMasters/_rels/slideMaster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7.xml"/><Relationship Id="rId1" Type="http://schemas.openxmlformats.org/officeDocument/2006/relationships/slideLayout" Target="../slideLayouts/slideLayout27.xml"/></Relationships>
</file>

<file path=ppt/slideMasters/_rels/slideMaster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8.xml"/><Relationship Id="rId1" Type="http://schemas.openxmlformats.org/officeDocument/2006/relationships/slideLayout" Target="../slideLayouts/slideLayout28.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57" name="Rectangle 33"/>
          <p:cNvSpPr>
            <a:spLocks noChangeArrowheads="1"/>
          </p:cNvSpPr>
          <p:nvPr/>
        </p:nvSpPr>
        <p:spPr bwMode="auto">
          <a:xfrm>
            <a:off x="0" y="34424"/>
            <a:ext cx="21388388" cy="5168900"/>
          </a:xfrm>
          <a:prstGeom prst="rect">
            <a:avLst/>
          </a:prstGeom>
          <a:solidFill>
            <a:schemeClr val="tx2"/>
          </a:solidFill>
          <a:ln w="9525">
            <a:noFill/>
            <a:miter lim="800000"/>
            <a:headEnd/>
            <a:tailEnd/>
          </a:ln>
        </p:spPr>
        <p:txBody>
          <a:bodyPr wrap="none" anchor="ctr"/>
          <a:lstStyle/>
          <a:p>
            <a:pPr>
              <a:defRPr/>
            </a:pPr>
            <a:endParaRPr lang="en-GB"/>
          </a:p>
        </p:txBody>
      </p:sp>
      <p:sp>
        <p:nvSpPr>
          <p:cNvPr id="1062" name="Text Box 38"/>
          <p:cNvSpPr txBox="1">
            <a:spLocks noChangeArrowheads="1"/>
          </p:cNvSpPr>
          <p:nvPr/>
        </p:nvSpPr>
        <p:spPr bwMode="auto">
          <a:xfrm>
            <a:off x="668338" y="4533900"/>
            <a:ext cx="19962812" cy="545143"/>
          </a:xfrm>
          <a:prstGeom prst="rect">
            <a:avLst/>
          </a:prstGeom>
          <a:solidFill>
            <a:schemeClr val="tx2"/>
          </a:solidFill>
          <a:ln w="9525">
            <a:noFill/>
            <a:miter lim="800000"/>
            <a:headEnd/>
            <a:tailEnd/>
          </a:ln>
        </p:spPr>
        <p:txBody>
          <a:bodyPr lIns="91436" tIns="45717" rIns="91436" bIns="45717">
            <a:spAutoFit/>
          </a:bodyPr>
          <a:lstStyle/>
          <a:p>
            <a:pPr defTabSz="912813" eaLnBrk="0" hangingPunct="0">
              <a:lnSpc>
                <a:spcPct val="110000"/>
              </a:lnSpc>
              <a:defRPr/>
            </a:pPr>
            <a:r>
              <a:rPr lang="en-GB" sz="2900" dirty="0">
                <a:solidFill>
                  <a:srgbClr val="FFFFFF"/>
                </a:solidFill>
                <a:latin typeface="Arial" panose="020B0604020202020204" pitchFamily="34" charset="0"/>
                <a:cs typeface="Arial" panose="020B0604020202020204" pitchFamily="34" charset="0"/>
              </a:rPr>
              <a:t>Zeynep Velioglu   </a:t>
            </a:r>
            <a:r>
              <a:rPr lang="en-GB" sz="2900" dirty="0">
                <a:solidFill>
                  <a:schemeClr val="accent5"/>
                </a:solidFill>
                <a:latin typeface="Arial" panose="020B0604020202020204" pitchFamily="34" charset="0"/>
                <a:cs typeface="Arial" panose="020B0604020202020204" pitchFamily="34" charset="0"/>
              </a:rPr>
              <a:t>|</a:t>
            </a:r>
            <a:r>
              <a:rPr lang="en-GB" sz="2900" dirty="0">
                <a:solidFill>
                  <a:srgbClr val="FFFFFF"/>
                </a:solidFill>
                <a:latin typeface="Arial" panose="020B0604020202020204" pitchFamily="34" charset="0"/>
                <a:cs typeface="Arial" panose="020B0604020202020204" pitchFamily="34" charset="0"/>
              </a:rPr>
              <a:t>  Faustina Hwang   </a:t>
            </a:r>
            <a:r>
              <a:rPr lang="en-GB" sz="2900" dirty="0">
                <a:solidFill>
                  <a:schemeClr val="accent5"/>
                </a:solidFill>
                <a:latin typeface="Arial" panose="020B0604020202020204" pitchFamily="34" charset="0"/>
                <a:cs typeface="Arial" panose="020B0604020202020204" pitchFamily="34" charset="0"/>
              </a:rPr>
              <a:t>|</a:t>
            </a:r>
            <a:r>
              <a:rPr lang="en-GB" sz="2900" dirty="0">
                <a:solidFill>
                  <a:srgbClr val="FFFFFF"/>
                </a:solidFill>
                <a:latin typeface="Arial" panose="020B0604020202020204" pitchFamily="34" charset="0"/>
                <a:cs typeface="Arial" panose="020B0604020202020204" pitchFamily="34" charset="0"/>
              </a:rPr>
              <a:t>   William Harwin</a:t>
            </a:r>
            <a:endParaRPr lang="en-GB" sz="2000" dirty="0">
              <a:solidFill>
                <a:srgbClr val="FFFFFF"/>
              </a:solidFill>
              <a:latin typeface="Arial" panose="020B0604020202020204" pitchFamily="34" charset="0"/>
              <a:cs typeface="Arial" panose="020B0604020202020204" pitchFamily="34" charset="0"/>
            </a:endParaRPr>
          </a:p>
        </p:txBody>
      </p:sp>
      <p:sp>
        <p:nvSpPr>
          <p:cNvPr id="1028" name="Rectangle 39"/>
          <p:cNvSpPr>
            <a:spLocks noGrp="1" noChangeArrowheads="1"/>
          </p:cNvSpPr>
          <p:nvPr>
            <p:ph type="body" idx="1"/>
          </p:nvPr>
        </p:nvSpPr>
        <p:spPr bwMode="auto">
          <a:xfrm>
            <a:off x="736600" y="5635625"/>
            <a:ext cx="9344025" cy="2383472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lvl="0"/>
            <a:r>
              <a:rPr lang="en-GB"/>
              <a:t>Click to edit Master text styles</a:t>
            </a:r>
          </a:p>
          <a:p>
            <a:pPr lvl="1"/>
            <a:r>
              <a:rPr lang="en-GB"/>
              <a:t>Second level</a:t>
            </a:r>
          </a:p>
          <a:p>
            <a:pPr lvl="2"/>
            <a:r>
              <a:rPr lang="en-GB"/>
              <a:t>Third level</a:t>
            </a:r>
          </a:p>
          <a:p>
            <a:pPr lvl="3"/>
            <a:r>
              <a:rPr lang="en-GB"/>
              <a:t>Fourth level</a:t>
            </a:r>
          </a:p>
        </p:txBody>
      </p:sp>
      <p:pic>
        <p:nvPicPr>
          <p:cNvPr id="1029" name="Picture 34" descr="Rdg Device Reversed"/>
          <p:cNvPicPr>
            <a:picLocks noChangeArrowheads="1"/>
          </p:cNvPicPr>
          <p:nvPr/>
        </p:nvPicPr>
        <p:blipFill>
          <a:blip r:embed="rId3" cstate="print"/>
          <a:srcRect/>
          <a:stretch>
            <a:fillRect/>
          </a:stretch>
        </p:blipFill>
        <p:spPr bwMode="auto">
          <a:xfrm>
            <a:off x="17503775" y="792163"/>
            <a:ext cx="3148013" cy="1019175"/>
          </a:xfrm>
          <a:prstGeom prst="rect">
            <a:avLst/>
          </a:prstGeom>
          <a:noFill/>
          <a:ln w="9525">
            <a:noFill/>
            <a:miter lim="800000"/>
            <a:headEnd/>
            <a:tailEnd/>
          </a:ln>
        </p:spPr>
      </p:pic>
      <p:sp>
        <p:nvSpPr>
          <p:cNvPr id="1030" name="Rectangle 42"/>
          <p:cNvSpPr>
            <a:spLocks noGrp="1" noChangeArrowheads="1"/>
          </p:cNvSpPr>
          <p:nvPr>
            <p:ph type="title"/>
          </p:nvPr>
        </p:nvSpPr>
        <p:spPr bwMode="auto">
          <a:xfrm>
            <a:off x="736600" y="1350963"/>
            <a:ext cx="20131088" cy="298767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p>
            <a:pPr lvl="0"/>
            <a:r>
              <a:rPr lang="en-GB"/>
              <a:t>Click to edit </a:t>
            </a:r>
            <a:br>
              <a:rPr lang="en-GB"/>
            </a:br>
            <a:r>
              <a:rPr lang="en-GB"/>
              <a:t>Master title style</a:t>
            </a:r>
          </a:p>
        </p:txBody>
      </p:sp>
      <p:sp>
        <p:nvSpPr>
          <p:cNvPr id="1061" name="Text Box 37"/>
          <p:cNvSpPr txBox="1">
            <a:spLocks noChangeArrowheads="1"/>
          </p:cNvSpPr>
          <p:nvPr/>
        </p:nvSpPr>
        <p:spPr bwMode="auto">
          <a:xfrm>
            <a:off x="668338" y="1811338"/>
            <a:ext cx="8201778" cy="369332"/>
          </a:xfrm>
          <a:prstGeom prst="rect">
            <a:avLst/>
          </a:prstGeom>
          <a:noFill/>
          <a:ln w="9525">
            <a:noFill/>
            <a:miter lim="800000"/>
            <a:headEnd/>
            <a:tailEnd/>
          </a:ln>
        </p:spPr>
        <p:txBody>
          <a:bodyPr wrap="square" lIns="0" tIns="0" rIns="0" bIns="0">
            <a:spAutoFit/>
          </a:bodyPr>
          <a:lstStyle/>
          <a:p>
            <a:pPr defTabSz="912813" eaLnBrk="0" hangingPunct="0">
              <a:spcBef>
                <a:spcPct val="50000"/>
              </a:spcBef>
              <a:defRPr/>
            </a:pPr>
            <a:r>
              <a:rPr lang="en-GB" sz="2400" dirty="0">
                <a:solidFill>
                  <a:srgbClr val="FFFFFF"/>
                </a:solidFill>
                <a:latin typeface="Arial" panose="020B0604020202020204" pitchFamily="34" charset="0"/>
                <a:cs typeface="Arial" panose="020B0604020202020204" pitchFamily="34" charset="0"/>
              </a:rPr>
              <a:t>Biomedical Engineering  School of Biological Sciences</a:t>
            </a:r>
            <a:endParaRPr lang="en-GB" sz="2300" b="1" dirty="0">
              <a:solidFill>
                <a:srgbClr val="FFFFFF"/>
              </a:solidFill>
              <a:latin typeface="Arial" panose="020B0604020202020204" pitchFamily="34" charset="0"/>
              <a:cs typeface="Arial" panose="020B0604020202020204" pitchFamily="34" charset="0"/>
            </a:endParaRPr>
          </a:p>
        </p:txBody>
      </p:sp>
      <p:sp>
        <p:nvSpPr>
          <p:cNvPr id="1067" name="Rectangle 43"/>
          <p:cNvSpPr>
            <a:spLocks noChangeArrowheads="1"/>
          </p:cNvSpPr>
          <p:nvPr/>
        </p:nvSpPr>
        <p:spPr bwMode="auto">
          <a:xfrm>
            <a:off x="0" y="0"/>
            <a:ext cx="21388388" cy="30279975"/>
          </a:xfrm>
          <a:prstGeom prst="rect">
            <a:avLst/>
          </a:prstGeom>
          <a:noFill/>
          <a:ln w="9525">
            <a:solidFill>
              <a:schemeClr val="tx2"/>
            </a:solidFill>
            <a:miter lim="800000"/>
            <a:headEnd/>
            <a:tailEnd/>
          </a:ln>
          <a:effectLst/>
        </p:spPr>
        <p:txBody>
          <a:bodyPr wrap="none" anchor="ctr"/>
          <a:lstStyle/>
          <a:p>
            <a:pPr algn="ctr" defTabSz="2952750">
              <a:defRPr/>
            </a:pPr>
            <a:endParaRPr lang="en-US"/>
          </a:p>
        </p:txBody>
      </p:sp>
    </p:spTree>
    <p:extLst>
      <p:ext uri="{BB962C8B-B14F-4D97-AF65-F5344CB8AC3E}">
        <p14:creationId xmlns:p14="http://schemas.microsoft.com/office/powerpoint/2010/main" val="1472268828"/>
      </p:ext>
    </p:extLst>
  </p:cSld>
  <p:clrMap bg1="lt1" tx1="dk1" bg2="lt2" tx2="dk2" accent1="accent1" accent2="accent2" accent3="accent3" accent4="accent4" accent5="accent5" accent6="accent6" hlink="hlink" folHlink="folHlink"/>
  <p:sldLayoutIdLst>
    <p:sldLayoutId id="2147483663" r:id="rId1"/>
  </p:sldLayoutIdLst>
  <p:txStyles>
    <p:titleStyle>
      <a:lvl1pPr algn="l" defTabSz="2952750" rtl="0" eaLnBrk="1" fontAlgn="base" hangingPunct="1">
        <a:lnSpc>
          <a:spcPct val="105000"/>
        </a:lnSpc>
        <a:spcBef>
          <a:spcPct val="60000"/>
        </a:spcBef>
        <a:spcAft>
          <a:spcPct val="0"/>
        </a:spcAft>
        <a:defRPr sz="8100" b="1">
          <a:solidFill>
            <a:schemeClr val="bg1"/>
          </a:solidFill>
          <a:latin typeface="Arial" panose="020B0604020202020204" pitchFamily="34" charset="0"/>
          <a:ea typeface="+mj-ea"/>
          <a:cs typeface="Arial" panose="020B0604020202020204" pitchFamily="34" charset="0"/>
        </a:defRPr>
      </a:lvl1pPr>
      <a:lvl2pPr algn="l" defTabSz="2952750" rtl="0" eaLnBrk="1" fontAlgn="base" hangingPunct="1">
        <a:lnSpc>
          <a:spcPct val="105000"/>
        </a:lnSpc>
        <a:spcBef>
          <a:spcPct val="60000"/>
        </a:spcBef>
        <a:spcAft>
          <a:spcPct val="0"/>
        </a:spcAft>
        <a:defRPr sz="8100">
          <a:solidFill>
            <a:schemeClr val="bg1"/>
          </a:solidFill>
          <a:latin typeface="Rdg Vesta" pitchFamily="2" charset="0"/>
        </a:defRPr>
      </a:lvl2pPr>
      <a:lvl3pPr algn="l" defTabSz="2952750" rtl="0" eaLnBrk="1" fontAlgn="base" hangingPunct="1">
        <a:lnSpc>
          <a:spcPct val="105000"/>
        </a:lnSpc>
        <a:spcBef>
          <a:spcPct val="60000"/>
        </a:spcBef>
        <a:spcAft>
          <a:spcPct val="0"/>
        </a:spcAft>
        <a:defRPr sz="8100">
          <a:solidFill>
            <a:schemeClr val="bg1"/>
          </a:solidFill>
          <a:latin typeface="Rdg Vesta" pitchFamily="2" charset="0"/>
        </a:defRPr>
      </a:lvl3pPr>
      <a:lvl4pPr algn="l" defTabSz="2952750" rtl="0" eaLnBrk="1" fontAlgn="base" hangingPunct="1">
        <a:lnSpc>
          <a:spcPct val="105000"/>
        </a:lnSpc>
        <a:spcBef>
          <a:spcPct val="60000"/>
        </a:spcBef>
        <a:spcAft>
          <a:spcPct val="0"/>
        </a:spcAft>
        <a:defRPr sz="8100">
          <a:solidFill>
            <a:schemeClr val="bg1"/>
          </a:solidFill>
          <a:latin typeface="Rdg Vesta" pitchFamily="2" charset="0"/>
        </a:defRPr>
      </a:lvl4pPr>
      <a:lvl5pPr algn="l" defTabSz="2952750" rtl="0" eaLnBrk="1" fontAlgn="base" hangingPunct="1">
        <a:lnSpc>
          <a:spcPct val="105000"/>
        </a:lnSpc>
        <a:spcBef>
          <a:spcPct val="60000"/>
        </a:spcBef>
        <a:spcAft>
          <a:spcPct val="0"/>
        </a:spcAft>
        <a:defRPr sz="8100">
          <a:solidFill>
            <a:schemeClr val="bg1"/>
          </a:solidFill>
          <a:latin typeface="Rdg Vesta" pitchFamily="2" charset="0"/>
        </a:defRPr>
      </a:lvl5pPr>
      <a:lvl6pPr marL="457200" algn="l" defTabSz="2952750" rtl="0" eaLnBrk="1" fontAlgn="base" hangingPunct="1">
        <a:lnSpc>
          <a:spcPct val="105000"/>
        </a:lnSpc>
        <a:spcBef>
          <a:spcPct val="60000"/>
        </a:spcBef>
        <a:spcAft>
          <a:spcPct val="0"/>
        </a:spcAft>
        <a:defRPr sz="8100">
          <a:solidFill>
            <a:schemeClr val="bg1"/>
          </a:solidFill>
          <a:latin typeface="Rdg Vesta" pitchFamily="2" charset="0"/>
        </a:defRPr>
      </a:lvl6pPr>
      <a:lvl7pPr marL="914400" algn="l" defTabSz="2952750" rtl="0" eaLnBrk="1" fontAlgn="base" hangingPunct="1">
        <a:lnSpc>
          <a:spcPct val="105000"/>
        </a:lnSpc>
        <a:spcBef>
          <a:spcPct val="60000"/>
        </a:spcBef>
        <a:spcAft>
          <a:spcPct val="0"/>
        </a:spcAft>
        <a:defRPr sz="8100">
          <a:solidFill>
            <a:schemeClr val="bg1"/>
          </a:solidFill>
          <a:latin typeface="Rdg Vesta" pitchFamily="2" charset="0"/>
        </a:defRPr>
      </a:lvl7pPr>
      <a:lvl8pPr marL="1371600" algn="l" defTabSz="2952750" rtl="0" eaLnBrk="1" fontAlgn="base" hangingPunct="1">
        <a:lnSpc>
          <a:spcPct val="105000"/>
        </a:lnSpc>
        <a:spcBef>
          <a:spcPct val="60000"/>
        </a:spcBef>
        <a:spcAft>
          <a:spcPct val="0"/>
        </a:spcAft>
        <a:defRPr sz="8100">
          <a:solidFill>
            <a:schemeClr val="bg1"/>
          </a:solidFill>
          <a:latin typeface="Rdg Vesta" pitchFamily="2" charset="0"/>
        </a:defRPr>
      </a:lvl8pPr>
      <a:lvl9pPr marL="1828800" algn="l" defTabSz="2952750" rtl="0" eaLnBrk="1" fontAlgn="base" hangingPunct="1">
        <a:lnSpc>
          <a:spcPct val="105000"/>
        </a:lnSpc>
        <a:spcBef>
          <a:spcPct val="60000"/>
        </a:spcBef>
        <a:spcAft>
          <a:spcPct val="0"/>
        </a:spcAft>
        <a:defRPr sz="8100">
          <a:solidFill>
            <a:schemeClr val="bg1"/>
          </a:solidFill>
          <a:latin typeface="Rdg Vesta" pitchFamily="2" charset="0"/>
        </a:defRPr>
      </a:lvl9pPr>
    </p:titleStyle>
    <p:bodyStyle>
      <a:lvl1pPr marL="455613" indent="-455613" algn="l" defTabSz="2952750" rtl="0" eaLnBrk="1" fontAlgn="base" hangingPunct="1">
        <a:lnSpc>
          <a:spcPct val="125000"/>
        </a:lnSpc>
        <a:spcBef>
          <a:spcPct val="60000"/>
        </a:spcBef>
        <a:spcAft>
          <a:spcPct val="0"/>
        </a:spcAft>
        <a:buClr>
          <a:schemeClr val="tx2"/>
        </a:buClr>
        <a:buChar char="•"/>
        <a:defRPr sz="2600">
          <a:solidFill>
            <a:schemeClr val="tx1"/>
          </a:solidFill>
          <a:latin typeface="Arial" panose="020B0604020202020204" pitchFamily="34" charset="0"/>
          <a:ea typeface="+mn-ea"/>
          <a:cs typeface="Arial" panose="020B0604020202020204" pitchFamily="34" charset="0"/>
        </a:defRPr>
      </a:lvl1pPr>
      <a:lvl2pPr marL="1000125" indent="-457200" algn="l" defTabSz="2952750" rtl="0" eaLnBrk="1" fontAlgn="base" hangingPunct="1">
        <a:lnSpc>
          <a:spcPct val="125000"/>
        </a:lnSpc>
        <a:spcBef>
          <a:spcPct val="40000"/>
        </a:spcBef>
        <a:spcAft>
          <a:spcPct val="0"/>
        </a:spcAft>
        <a:buClr>
          <a:schemeClr val="tx2"/>
        </a:buClr>
        <a:buChar char="•"/>
        <a:defRPr sz="2600">
          <a:solidFill>
            <a:schemeClr val="tx1"/>
          </a:solidFill>
          <a:latin typeface="Arial" panose="020B0604020202020204" pitchFamily="34" charset="0"/>
          <a:cs typeface="Arial" panose="020B0604020202020204" pitchFamily="34" charset="0"/>
        </a:defRPr>
      </a:lvl2pPr>
      <a:lvl3pPr marL="1331913" indent="-342900" algn="l" defTabSz="2952750" rtl="0" eaLnBrk="1" fontAlgn="base" hangingPunct="1">
        <a:lnSpc>
          <a:spcPct val="125000"/>
        </a:lnSpc>
        <a:spcBef>
          <a:spcPct val="30000"/>
        </a:spcBef>
        <a:spcAft>
          <a:spcPct val="0"/>
        </a:spcAft>
        <a:buClr>
          <a:schemeClr val="tx2"/>
        </a:buClr>
        <a:buChar char="•"/>
        <a:defRPr sz="2200">
          <a:solidFill>
            <a:schemeClr val="tx1"/>
          </a:solidFill>
          <a:latin typeface="Arial" panose="020B0604020202020204" pitchFamily="34" charset="0"/>
          <a:cs typeface="Arial" panose="020B0604020202020204" pitchFamily="34" charset="0"/>
        </a:defRPr>
      </a:lvl3pPr>
      <a:lvl4pPr marL="1644650" indent="-301625" algn="l" defTabSz="2952750" rtl="0" eaLnBrk="1" fontAlgn="base" hangingPunct="1">
        <a:lnSpc>
          <a:spcPct val="125000"/>
        </a:lnSpc>
        <a:spcBef>
          <a:spcPct val="40000"/>
        </a:spcBef>
        <a:spcAft>
          <a:spcPct val="0"/>
        </a:spcAft>
        <a:buClr>
          <a:schemeClr val="tx2"/>
        </a:buClr>
        <a:buChar char="•"/>
        <a:defRPr sz="2000">
          <a:solidFill>
            <a:schemeClr val="tx1"/>
          </a:solidFill>
          <a:latin typeface="Arial" panose="020B0604020202020204" pitchFamily="34" charset="0"/>
          <a:cs typeface="Arial" panose="020B0604020202020204" pitchFamily="34" charset="0"/>
        </a:defRPr>
      </a:lvl4pPr>
      <a:lvl5pPr marL="2562225" indent="-738188" algn="l" defTabSz="2952750" rtl="0" eaLnBrk="1" fontAlgn="base" hangingPunct="1">
        <a:lnSpc>
          <a:spcPct val="125000"/>
        </a:lnSpc>
        <a:spcBef>
          <a:spcPct val="60000"/>
        </a:spcBef>
        <a:spcAft>
          <a:spcPct val="0"/>
        </a:spcAft>
        <a:buChar char="»"/>
        <a:defRPr>
          <a:solidFill>
            <a:schemeClr val="tx1"/>
          </a:solidFill>
          <a:latin typeface="+mn-lt"/>
        </a:defRPr>
      </a:lvl5pPr>
      <a:lvl6pPr marL="3019425" indent="-738188" algn="l" defTabSz="2952750" rtl="0" eaLnBrk="1" fontAlgn="base" hangingPunct="1">
        <a:lnSpc>
          <a:spcPct val="125000"/>
        </a:lnSpc>
        <a:spcBef>
          <a:spcPct val="60000"/>
        </a:spcBef>
        <a:spcAft>
          <a:spcPct val="0"/>
        </a:spcAft>
        <a:buChar char="»"/>
        <a:defRPr>
          <a:solidFill>
            <a:schemeClr val="tx1"/>
          </a:solidFill>
          <a:latin typeface="+mn-lt"/>
        </a:defRPr>
      </a:lvl6pPr>
      <a:lvl7pPr marL="3476625" indent="-738188" algn="l" defTabSz="2952750" rtl="0" eaLnBrk="1" fontAlgn="base" hangingPunct="1">
        <a:lnSpc>
          <a:spcPct val="125000"/>
        </a:lnSpc>
        <a:spcBef>
          <a:spcPct val="60000"/>
        </a:spcBef>
        <a:spcAft>
          <a:spcPct val="0"/>
        </a:spcAft>
        <a:buChar char="»"/>
        <a:defRPr>
          <a:solidFill>
            <a:schemeClr val="tx1"/>
          </a:solidFill>
          <a:latin typeface="+mn-lt"/>
        </a:defRPr>
      </a:lvl7pPr>
      <a:lvl8pPr marL="3933825" indent="-738188" algn="l" defTabSz="2952750" rtl="0" eaLnBrk="1" fontAlgn="base" hangingPunct="1">
        <a:lnSpc>
          <a:spcPct val="125000"/>
        </a:lnSpc>
        <a:spcBef>
          <a:spcPct val="60000"/>
        </a:spcBef>
        <a:spcAft>
          <a:spcPct val="0"/>
        </a:spcAft>
        <a:buChar char="»"/>
        <a:defRPr>
          <a:solidFill>
            <a:schemeClr val="tx1"/>
          </a:solidFill>
          <a:latin typeface="+mn-lt"/>
        </a:defRPr>
      </a:lvl8pPr>
      <a:lvl9pPr marL="4391025" indent="-738188" algn="l" defTabSz="2952750" rtl="0" eaLnBrk="1" fontAlgn="base" hangingPunct="1">
        <a:lnSpc>
          <a:spcPct val="125000"/>
        </a:lnSpc>
        <a:spcBef>
          <a:spcPct val="60000"/>
        </a:spcBef>
        <a:spcAft>
          <a:spcPct val="0"/>
        </a:spcAft>
        <a:buChar char="»"/>
        <a:defRPr>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63AE42C-DB1B-4069-956F-61FE3A9D7150}"/>
              </a:ext>
            </a:extLst>
          </p:cNvPr>
          <p:cNvSpPr>
            <a:spLocks noGrp="1"/>
          </p:cNvSpPr>
          <p:nvPr>
            <p:ph type="title"/>
          </p:nvPr>
        </p:nvSpPr>
        <p:spPr>
          <a:xfrm>
            <a:off x="1470025" y="1612900"/>
            <a:ext cx="18448338" cy="5851525"/>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FDC0EE5-30A5-F779-518F-C80874A48439}"/>
              </a:ext>
            </a:extLst>
          </p:cNvPr>
          <p:cNvSpPr>
            <a:spLocks noGrp="1"/>
          </p:cNvSpPr>
          <p:nvPr>
            <p:ph type="body" idx="1"/>
          </p:nvPr>
        </p:nvSpPr>
        <p:spPr>
          <a:xfrm>
            <a:off x="1470025" y="8061325"/>
            <a:ext cx="18448338" cy="1921192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2D08C08-AE11-1D48-2277-CE4EBFF637D3}"/>
              </a:ext>
            </a:extLst>
          </p:cNvPr>
          <p:cNvSpPr>
            <a:spLocks noGrp="1"/>
          </p:cNvSpPr>
          <p:nvPr>
            <p:ph type="dt" sz="half" idx="2"/>
          </p:nvPr>
        </p:nvSpPr>
        <p:spPr>
          <a:xfrm>
            <a:off x="1470025" y="28065413"/>
            <a:ext cx="4813300" cy="1611312"/>
          </a:xfrm>
          <a:prstGeom prst="rect">
            <a:avLst/>
          </a:prstGeom>
        </p:spPr>
        <p:txBody>
          <a:bodyPr vert="horz" lIns="91440" tIns="45720" rIns="91440" bIns="45720" rtlCol="0" anchor="ctr"/>
          <a:lstStyle>
            <a:lvl1pPr algn="l">
              <a:defRPr sz="1200">
                <a:solidFill>
                  <a:schemeClr val="tx1">
                    <a:tint val="82000"/>
                  </a:schemeClr>
                </a:solidFill>
              </a:defRPr>
            </a:lvl1pPr>
          </a:lstStyle>
          <a:p>
            <a:fld id="{C97EC4C6-B233-4DED-BE25-D2749E462968}" type="datetimeFigureOut">
              <a:rPr lang="en-GB" smtClean="0"/>
              <a:t>16/12/2025</a:t>
            </a:fld>
            <a:endParaRPr lang="en-GB"/>
          </a:p>
        </p:txBody>
      </p:sp>
      <p:sp>
        <p:nvSpPr>
          <p:cNvPr id="5" name="Footer Placeholder 4">
            <a:extLst>
              <a:ext uri="{FF2B5EF4-FFF2-40B4-BE49-F238E27FC236}">
                <a16:creationId xmlns:a16="http://schemas.microsoft.com/office/drawing/2014/main" id="{12385167-AC3C-A81E-46AD-5E8CE214C695}"/>
              </a:ext>
            </a:extLst>
          </p:cNvPr>
          <p:cNvSpPr>
            <a:spLocks noGrp="1"/>
          </p:cNvSpPr>
          <p:nvPr>
            <p:ph type="ftr" sz="quarter" idx="3"/>
          </p:nvPr>
        </p:nvSpPr>
        <p:spPr>
          <a:xfrm>
            <a:off x="7085013" y="28065413"/>
            <a:ext cx="7218362" cy="1611312"/>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B5B6F5A7-3936-7A34-931A-B1B97D8AD1F8}"/>
              </a:ext>
            </a:extLst>
          </p:cNvPr>
          <p:cNvSpPr>
            <a:spLocks noGrp="1"/>
          </p:cNvSpPr>
          <p:nvPr>
            <p:ph type="sldNum" sz="quarter" idx="4"/>
          </p:nvPr>
        </p:nvSpPr>
        <p:spPr>
          <a:xfrm>
            <a:off x="15105063" y="28065413"/>
            <a:ext cx="4813300" cy="1611312"/>
          </a:xfrm>
          <a:prstGeom prst="rect">
            <a:avLst/>
          </a:prstGeom>
        </p:spPr>
        <p:txBody>
          <a:bodyPr vert="horz" lIns="91440" tIns="45720" rIns="91440" bIns="45720" rtlCol="0" anchor="ctr"/>
          <a:lstStyle>
            <a:lvl1pPr algn="r">
              <a:defRPr sz="1200">
                <a:solidFill>
                  <a:schemeClr val="tx1">
                    <a:tint val="82000"/>
                  </a:schemeClr>
                </a:solidFill>
              </a:defRPr>
            </a:lvl1pPr>
          </a:lstStyle>
          <a:p>
            <a:fld id="{D97EC234-BE33-4EF6-BCA5-C0E094D9EA61}" type="slidenum">
              <a:rPr lang="en-GB" smtClean="0"/>
              <a:t>‹#›</a:t>
            </a:fld>
            <a:endParaRPr lang="en-GB"/>
          </a:p>
        </p:txBody>
      </p:sp>
    </p:spTree>
    <p:extLst>
      <p:ext uri="{BB962C8B-B14F-4D97-AF65-F5344CB8AC3E}">
        <p14:creationId xmlns:p14="http://schemas.microsoft.com/office/powerpoint/2010/main" val="3304119656"/>
      </p:ext>
    </p:extLst>
  </p:cSld>
  <p:clrMap bg1="lt1" tx1="dk1" bg2="lt2" tx2="dk2" accent1="accent1" accent2="accent2" accent3="accent3" accent4="accent4" accent5="accent5" accent6="accent6" hlink="hlink" folHlink="folHlink"/>
  <p:sldLayoutIdLst>
    <p:sldLayoutId id="2147483689" r:id="rId1"/>
    <p:sldLayoutId id="2147483690" r:id="rId2"/>
    <p:sldLayoutId id="2147483691" r:id="rId3"/>
    <p:sldLayoutId id="2147483692" r:id="rId4"/>
    <p:sldLayoutId id="2147483693" r:id="rId5"/>
    <p:sldLayoutId id="2147483694" r:id="rId6"/>
    <p:sldLayoutId id="2147483695" r:id="rId7"/>
    <p:sldLayoutId id="2147483696" r:id="rId8"/>
    <p:sldLayoutId id="2147483697" r:id="rId9"/>
    <p:sldLayoutId id="2147483698" r:id="rId10"/>
    <p:sldLayoutId id="214748369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57" name="Rectangle 33"/>
          <p:cNvSpPr>
            <a:spLocks noChangeArrowheads="1"/>
          </p:cNvSpPr>
          <p:nvPr/>
        </p:nvSpPr>
        <p:spPr bwMode="auto">
          <a:xfrm>
            <a:off x="0" y="0"/>
            <a:ext cx="21388388" cy="5168900"/>
          </a:xfrm>
          <a:prstGeom prst="rect">
            <a:avLst/>
          </a:prstGeom>
          <a:solidFill>
            <a:schemeClr val="tx2"/>
          </a:solidFill>
          <a:ln w="9525">
            <a:noFill/>
            <a:miter lim="800000"/>
            <a:headEnd/>
            <a:tailEnd/>
          </a:ln>
        </p:spPr>
        <p:txBody>
          <a:bodyPr wrap="none" anchor="ctr"/>
          <a:lstStyle/>
          <a:p>
            <a:pPr>
              <a:defRPr/>
            </a:pPr>
            <a:endParaRPr lang="en-GB"/>
          </a:p>
        </p:txBody>
      </p:sp>
      <p:sp>
        <p:nvSpPr>
          <p:cNvPr id="1062" name="Text Box 38"/>
          <p:cNvSpPr txBox="1">
            <a:spLocks noChangeArrowheads="1"/>
          </p:cNvSpPr>
          <p:nvPr/>
        </p:nvSpPr>
        <p:spPr bwMode="auto">
          <a:xfrm>
            <a:off x="668338" y="4533900"/>
            <a:ext cx="19962812" cy="545143"/>
          </a:xfrm>
          <a:prstGeom prst="rect">
            <a:avLst/>
          </a:prstGeom>
          <a:solidFill>
            <a:schemeClr val="tx2"/>
          </a:solidFill>
          <a:ln w="9525">
            <a:noFill/>
            <a:miter lim="800000"/>
            <a:headEnd/>
            <a:tailEnd/>
          </a:ln>
        </p:spPr>
        <p:txBody>
          <a:bodyPr lIns="91436" tIns="45717" rIns="91436" bIns="45717">
            <a:spAutoFit/>
          </a:bodyPr>
          <a:lstStyle/>
          <a:p>
            <a:pPr defTabSz="912813" eaLnBrk="0" hangingPunct="0">
              <a:lnSpc>
                <a:spcPct val="110000"/>
              </a:lnSpc>
              <a:defRPr/>
            </a:pPr>
            <a:r>
              <a:rPr lang="en-GB" sz="2900" err="1">
                <a:solidFill>
                  <a:srgbClr val="FFFFFF"/>
                </a:solidFill>
                <a:latin typeface="Arial" panose="020B0604020202020204" pitchFamily="34" charset="0"/>
                <a:cs typeface="Arial" panose="020B0604020202020204" pitchFamily="34" charset="0"/>
              </a:rPr>
              <a:t>Z.Velioglu</a:t>
            </a:r>
            <a:r>
              <a:rPr lang="en-GB" sz="2900">
                <a:solidFill>
                  <a:srgbClr val="FFFFFF"/>
                </a:solidFill>
                <a:latin typeface="Arial" panose="020B0604020202020204" pitchFamily="34" charset="0"/>
                <a:cs typeface="Arial" panose="020B0604020202020204" pitchFamily="34" charset="0"/>
              </a:rPr>
              <a:t>   </a:t>
            </a:r>
            <a:r>
              <a:rPr lang="en-GB" sz="2900">
                <a:solidFill>
                  <a:schemeClr val="accent5"/>
                </a:solidFill>
                <a:latin typeface="Arial" panose="020B0604020202020204" pitchFamily="34" charset="0"/>
                <a:cs typeface="Arial" panose="020B0604020202020204" pitchFamily="34" charset="0"/>
              </a:rPr>
              <a:t>|</a:t>
            </a:r>
            <a:r>
              <a:rPr lang="en-GB" sz="2900">
                <a:solidFill>
                  <a:srgbClr val="FFFFFF"/>
                </a:solidFill>
                <a:latin typeface="Arial" panose="020B0604020202020204" pitchFamily="34" charset="0"/>
                <a:cs typeface="Arial" panose="020B0604020202020204" pitchFamily="34" charset="0"/>
              </a:rPr>
              <a:t>  F. Hwang   </a:t>
            </a:r>
            <a:r>
              <a:rPr lang="en-GB" sz="2900">
                <a:solidFill>
                  <a:schemeClr val="accent5"/>
                </a:solidFill>
                <a:latin typeface="Arial" panose="020B0604020202020204" pitchFamily="34" charset="0"/>
                <a:cs typeface="Arial" panose="020B0604020202020204" pitchFamily="34" charset="0"/>
              </a:rPr>
              <a:t>|</a:t>
            </a:r>
            <a:r>
              <a:rPr lang="en-GB" sz="2900">
                <a:solidFill>
                  <a:srgbClr val="FFFFFF"/>
                </a:solidFill>
                <a:latin typeface="Arial" panose="020B0604020202020204" pitchFamily="34" charset="0"/>
                <a:cs typeface="Arial" panose="020B0604020202020204" pitchFamily="34" charset="0"/>
              </a:rPr>
              <a:t>   W. S. Harwin   (edit this list via View &gt; Slide Master)</a:t>
            </a:r>
            <a:endParaRPr lang="en-GB" sz="2000">
              <a:solidFill>
                <a:srgbClr val="FFFFFF"/>
              </a:solidFill>
              <a:latin typeface="Arial" panose="020B0604020202020204" pitchFamily="34" charset="0"/>
              <a:cs typeface="Arial" panose="020B0604020202020204" pitchFamily="34" charset="0"/>
            </a:endParaRPr>
          </a:p>
        </p:txBody>
      </p:sp>
      <p:sp>
        <p:nvSpPr>
          <p:cNvPr id="1028" name="Rectangle 39"/>
          <p:cNvSpPr>
            <a:spLocks noGrp="1" noChangeArrowheads="1"/>
          </p:cNvSpPr>
          <p:nvPr>
            <p:ph type="body" idx="1"/>
          </p:nvPr>
        </p:nvSpPr>
        <p:spPr bwMode="auto">
          <a:xfrm>
            <a:off x="736600" y="5635625"/>
            <a:ext cx="9344025" cy="2383472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lvl="0"/>
            <a:r>
              <a:rPr lang="en-GB"/>
              <a:t>Click to edit Master text styles</a:t>
            </a:r>
          </a:p>
          <a:p>
            <a:pPr lvl="1"/>
            <a:r>
              <a:rPr lang="en-GB"/>
              <a:t>Second level</a:t>
            </a:r>
          </a:p>
          <a:p>
            <a:pPr lvl="2"/>
            <a:r>
              <a:rPr lang="en-GB"/>
              <a:t>Third level</a:t>
            </a:r>
          </a:p>
          <a:p>
            <a:pPr lvl="3"/>
            <a:r>
              <a:rPr lang="en-GB"/>
              <a:t>Fourth level</a:t>
            </a:r>
          </a:p>
        </p:txBody>
      </p:sp>
      <p:pic>
        <p:nvPicPr>
          <p:cNvPr id="1029" name="Picture 34" descr="Rdg Device Reversed"/>
          <p:cNvPicPr>
            <a:picLocks noChangeArrowheads="1"/>
          </p:cNvPicPr>
          <p:nvPr/>
        </p:nvPicPr>
        <p:blipFill>
          <a:blip r:embed="rId3" cstate="print"/>
          <a:srcRect/>
          <a:stretch>
            <a:fillRect/>
          </a:stretch>
        </p:blipFill>
        <p:spPr bwMode="auto">
          <a:xfrm>
            <a:off x="17503775" y="792163"/>
            <a:ext cx="3148013" cy="1019175"/>
          </a:xfrm>
          <a:prstGeom prst="rect">
            <a:avLst/>
          </a:prstGeom>
          <a:noFill/>
          <a:ln w="9525">
            <a:noFill/>
            <a:miter lim="800000"/>
            <a:headEnd/>
            <a:tailEnd/>
          </a:ln>
        </p:spPr>
      </p:pic>
      <p:sp>
        <p:nvSpPr>
          <p:cNvPr id="1030" name="Rectangle 42"/>
          <p:cNvSpPr>
            <a:spLocks noGrp="1" noChangeArrowheads="1"/>
          </p:cNvSpPr>
          <p:nvPr>
            <p:ph type="title"/>
          </p:nvPr>
        </p:nvSpPr>
        <p:spPr bwMode="auto">
          <a:xfrm>
            <a:off x="736600" y="1350963"/>
            <a:ext cx="20131088" cy="298767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p>
            <a:pPr lvl="0"/>
            <a:r>
              <a:rPr lang="en-GB"/>
              <a:t>Click to edit </a:t>
            </a:r>
            <a:br>
              <a:rPr lang="en-GB"/>
            </a:br>
            <a:r>
              <a:rPr lang="en-GB"/>
              <a:t>Master title style</a:t>
            </a:r>
          </a:p>
        </p:txBody>
      </p:sp>
      <p:sp>
        <p:nvSpPr>
          <p:cNvPr id="1061" name="Text Box 37"/>
          <p:cNvSpPr txBox="1">
            <a:spLocks noChangeArrowheads="1"/>
          </p:cNvSpPr>
          <p:nvPr/>
        </p:nvSpPr>
        <p:spPr bwMode="auto">
          <a:xfrm>
            <a:off x="736600" y="792163"/>
            <a:ext cx="10461625" cy="701675"/>
          </a:xfrm>
          <a:prstGeom prst="rect">
            <a:avLst/>
          </a:prstGeom>
          <a:noFill/>
          <a:ln w="9525">
            <a:noFill/>
            <a:miter lim="800000"/>
            <a:headEnd/>
            <a:tailEnd/>
          </a:ln>
        </p:spPr>
        <p:txBody>
          <a:bodyPr lIns="0" tIns="0" rIns="0" bIns="0">
            <a:spAutoFit/>
          </a:bodyPr>
          <a:lstStyle/>
          <a:p>
            <a:pPr defTabSz="912813" eaLnBrk="0" hangingPunct="0">
              <a:spcBef>
                <a:spcPct val="50000"/>
              </a:spcBef>
              <a:defRPr/>
            </a:pPr>
            <a:r>
              <a:rPr lang="en-GB" sz="2300" b="1">
                <a:solidFill>
                  <a:srgbClr val="FFFFFF"/>
                </a:solidFill>
                <a:latin typeface="Arial" panose="020B0604020202020204" pitchFamily="34" charset="0"/>
                <a:cs typeface="Arial" panose="020B0604020202020204" pitchFamily="34" charset="0"/>
              </a:rPr>
              <a:t>Insert your unit name via </a:t>
            </a:r>
            <a:br>
              <a:rPr lang="en-GB" sz="2300" b="1">
                <a:solidFill>
                  <a:srgbClr val="FFFFFF"/>
                </a:solidFill>
                <a:latin typeface="Arial" panose="020B0604020202020204" pitchFamily="34" charset="0"/>
                <a:cs typeface="Arial" panose="020B0604020202020204" pitchFamily="34" charset="0"/>
              </a:rPr>
            </a:br>
            <a:r>
              <a:rPr lang="en-GB" sz="2300" b="1">
                <a:solidFill>
                  <a:srgbClr val="FFFFFF"/>
                </a:solidFill>
                <a:latin typeface="Arial" panose="020B0604020202020204" pitchFamily="34" charset="0"/>
                <a:cs typeface="Arial" panose="020B0604020202020204" pitchFamily="34" charset="0"/>
              </a:rPr>
              <a:t>View &gt; Slide Master</a:t>
            </a:r>
          </a:p>
        </p:txBody>
      </p:sp>
      <p:sp>
        <p:nvSpPr>
          <p:cNvPr id="1067" name="Rectangle 43"/>
          <p:cNvSpPr>
            <a:spLocks noChangeArrowheads="1"/>
          </p:cNvSpPr>
          <p:nvPr/>
        </p:nvSpPr>
        <p:spPr bwMode="auto">
          <a:xfrm>
            <a:off x="0" y="0"/>
            <a:ext cx="21388388" cy="30279975"/>
          </a:xfrm>
          <a:prstGeom prst="rect">
            <a:avLst/>
          </a:prstGeom>
          <a:noFill/>
          <a:ln w="9525">
            <a:solidFill>
              <a:schemeClr val="tx2"/>
            </a:solidFill>
            <a:miter lim="800000"/>
            <a:headEnd/>
            <a:tailEnd/>
          </a:ln>
          <a:effectLst/>
        </p:spPr>
        <p:txBody>
          <a:bodyPr wrap="none" anchor="ctr"/>
          <a:lstStyle/>
          <a:p>
            <a:pPr algn="ctr" defTabSz="2952750">
              <a:defRPr/>
            </a:pPr>
            <a:endParaRPr lang="en-US"/>
          </a:p>
        </p:txBody>
      </p:sp>
    </p:spTree>
    <p:extLst>
      <p:ext uri="{BB962C8B-B14F-4D97-AF65-F5344CB8AC3E}">
        <p14:creationId xmlns:p14="http://schemas.microsoft.com/office/powerpoint/2010/main" val="1241107756"/>
      </p:ext>
    </p:extLst>
  </p:cSld>
  <p:clrMap bg1="lt1" tx1="dk1" bg2="lt2" tx2="dk2" accent1="accent1" accent2="accent2" accent3="accent3" accent4="accent4" accent5="accent5" accent6="accent6" hlink="hlink" folHlink="folHlink"/>
  <p:sldLayoutIdLst>
    <p:sldLayoutId id="2147483675" r:id="rId1"/>
  </p:sldLayoutIdLst>
  <p:txStyles>
    <p:titleStyle>
      <a:lvl1pPr algn="l" defTabSz="2952750" rtl="0" eaLnBrk="1" fontAlgn="base" hangingPunct="1">
        <a:lnSpc>
          <a:spcPct val="105000"/>
        </a:lnSpc>
        <a:spcBef>
          <a:spcPct val="60000"/>
        </a:spcBef>
        <a:spcAft>
          <a:spcPct val="0"/>
        </a:spcAft>
        <a:defRPr sz="8100" b="1">
          <a:solidFill>
            <a:schemeClr val="bg1"/>
          </a:solidFill>
          <a:latin typeface="Arial" panose="020B0604020202020204" pitchFamily="34" charset="0"/>
          <a:ea typeface="+mj-ea"/>
          <a:cs typeface="Arial" panose="020B0604020202020204" pitchFamily="34" charset="0"/>
        </a:defRPr>
      </a:lvl1pPr>
      <a:lvl2pPr algn="l" defTabSz="2952750" rtl="0" eaLnBrk="1" fontAlgn="base" hangingPunct="1">
        <a:lnSpc>
          <a:spcPct val="105000"/>
        </a:lnSpc>
        <a:spcBef>
          <a:spcPct val="60000"/>
        </a:spcBef>
        <a:spcAft>
          <a:spcPct val="0"/>
        </a:spcAft>
        <a:defRPr sz="8100">
          <a:solidFill>
            <a:schemeClr val="bg1"/>
          </a:solidFill>
          <a:latin typeface="Rdg Vesta" pitchFamily="2" charset="0"/>
        </a:defRPr>
      </a:lvl2pPr>
      <a:lvl3pPr algn="l" defTabSz="2952750" rtl="0" eaLnBrk="1" fontAlgn="base" hangingPunct="1">
        <a:lnSpc>
          <a:spcPct val="105000"/>
        </a:lnSpc>
        <a:spcBef>
          <a:spcPct val="60000"/>
        </a:spcBef>
        <a:spcAft>
          <a:spcPct val="0"/>
        </a:spcAft>
        <a:defRPr sz="8100">
          <a:solidFill>
            <a:schemeClr val="bg1"/>
          </a:solidFill>
          <a:latin typeface="Rdg Vesta" pitchFamily="2" charset="0"/>
        </a:defRPr>
      </a:lvl3pPr>
      <a:lvl4pPr algn="l" defTabSz="2952750" rtl="0" eaLnBrk="1" fontAlgn="base" hangingPunct="1">
        <a:lnSpc>
          <a:spcPct val="105000"/>
        </a:lnSpc>
        <a:spcBef>
          <a:spcPct val="60000"/>
        </a:spcBef>
        <a:spcAft>
          <a:spcPct val="0"/>
        </a:spcAft>
        <a:defRPr sz="8100">
          <a:solidFill>
            <a:schemeClr val="bg1"/>
          </a:solidFill>
          <a:latin typeface="Rdg Vesta" pitchFamily="2" charset="0"/>
        </a:defRPr>
      </a:lvl4pPr>
      <a:lvl5pPr algn="l" defTabSz="2952750" rtl="0" eaLnBrk="1" fontAlgn="base" hangingPunct="1">
        <a:lnSpc>
          <a:spcPct val="105000"/>
        </a:lnSpc>
        <a:spcBef>
          <a:spcPct val="60000"/>
        </a:spcBef>
        <a:spcAft>
          <a:spcPct val="0"/>
        </a:spcAft>
        <a:defRPr sz="8100">
          <a:solidFill>
            <a:schemeClr val="bg1"/>
          </a:solidFill>
          <a:latin typeface="Rdg Vesta" pitchFamily="2" charset="0"/>
        </a:defRPr>
      </a:lvl5pPr>
      <a:lvl6pPr marL="457200" algn="l" defTabSz="2952750" rtl="0" eaLnBrk="1" fontAlgn="base" hangingPunct="1">
        <a:lnSpc>
          <a:spcPct val="105000"/>
        </a:lnSpc>
        <a:spcBef>
          <a:spcPct val="60000"/>
        </a:spcBef>
        <a:spcAft>
          <a:spcPct val="0"/>
        </a:spcAft>
        <a:defRPr sz="8100">
          <a:solidFill>
            <a:schemeClr val="bg1"/>
          </a:solidFill>
          <a:latin typeface="Rdg Vesta" pitchFamily="2" charset="0"/>
        </a:defRPr>
      </a:lvl6pPr>
      <a:lvl7pPr marL="914400" algn="l" defTabSz="2952750" rtl="0" eaLnBrk="1" fontAlgn="base" hangingPunct="1">
        <a:lnSpc>
          <a:spcPct val="105000"/>
        </a:lnSpc>
        <a:spcBef>
          <a:spcPct val="60000"/>
        </a:spcBef>
        <a:spcAft>
          <a:spcPct val="0"/>
        </a:spcAft>
        <a:defRPr sz="8100">
          <a:solidFill>
            <a:schemeClr val="bg1"/>
          </a:solidFill>
          <a:latin typeface="Rdg Vesta" pitchFamily="2" charset="0"/>
        </a:defRPr>
      </a:lvl7pPr>
      <a:lvl8pPr marL="1371600" algn="l" defTabSz="2952750" rtl="0" eaLnBrk="1" fontAlgn="base" hangingPunct="1">
        <a:lnSpc>
          <a:spcPct val="105000"/>
        </a:lnSpc>
        <a:spcBef>
          <a:spcPct val="60000"/>
        </a:spcBef>
        <a:spcAft>
          <a:spcPct val="0"/>
        </a:spcAft>
        <a:defRPr sz="8100">
          <a:solidFill>
            <a:schemeClr val="bg1"/>
          </a:solidFill>
          <a:latin typeface="Rdg Vesta" pitchFamily="2" charset="0"/>
        </a:defRPr>
      </a:lvl8pPr>
      <a:lvl9pPr marL="1828800" algn="l" defTabSz="2952750" rtl="0" eaLnBrk="1" fontAlgn="base" hangingPunct="1">
        <a:lnSpc>
          <a:spcPct val="105000"/>
        </a:lnSpc>
        <a:spcBef>
          <a:spcPct val="60000"/>
        </a:spcBef>
        <a:spcAft>
          <a:spcPct val="0"/>
        </a:spcAft>
        <a:defRPr sz="8100">
          <a:solidFill>
            <a:schemeClr val="bg1"/>
          </a:solidFill>
          <a:latin typeface="Rdg Vesta" pitchFamily="2" charset="0"/>
        </a:defRPr>
      </a:lvl9pPr>
    </p:titleStyle>
    <p:bodyStyle>
      <a:lvl1pPr marL="455613" indent="-455613" algn="l" defTabSz="2952750" rtl="0" eaLnBrk="1" fontAlgn="base" hangingPunct="1">
        <a:lnSpc>
          <a:spcPct val="125000"/>
        </a:lnSpc>
        <a:spcBef>
          <a:spcPct val="60000"/>
        </a:spcBef>
        <a:spcAft>
          <a:spcPct val="0"/>
        </a:spcAft>
        <a:buClr>
          <a:schemeClr val="tx2"/>
        </a:buClr>
        <a:buChar char="•"/>
        <a:defRPr sz="2600">
          <a:solidFill>
            <a:schemeClr val="tx1"/>
          </a:solidFill>
          <a:latin typeface="Arial" panose="020B0604020202020204" pitchFamily="34" charset="0"/>
          <a:ea typeface="+mn-ea"/>
          <a:cs typeface="Arial" panose="020B0604020202020204" pitchFamily="34" charset="0"/>
        </a:defRPr>
      </a:lvl1pPr>
      <a:lvl2pPr marL="1000125" indent="-457200" algn="l" defTabSz="2952750" rtl="0" eaLnBrk="1" fontAlgn="base" hangingPunct="1">
        <a:lnSpc>
          <a:spcPct val="125000"/>
        </a:lnSpc>
        <a:spcBef>
          <a:spcPct val="40000"/>
        </a:spcBef>
        <a:spcAft>
          <a:spcPct val="0"/>
        </a:spcAft>
        <a:buClr>
          <a:schemeClr val="tx2"/>
        </a:buClr>
        <a:buChar char="•"/>
        <a:defRPr sz="2600">
          <a:solidFill>
            <a:schemeClr val="tx1"/>
          </a:solidFill>
          <a:latin typeface="Arial" panose="020B0604020202020204" pitchFamily="34" charset="0"/>
          <a:cs typeface="Arial" panose="020B0604020202020204" pitchFamily="34" charset="0"/>
        </a:defRPr>
      </a:lvl2pPr>
      <a:lvl3pPr marL="1331913" indent="-342900" algn="l" defTabSz="2952750" rtl="0" eaLnBrk="1" fontAlgn="base" hangingPunct="1">
        <a:lnSpc>
          <a:spcPct val="125000"/>
        </a:lnSpc>
        <a:spcBef>
          <a:spcPct val="30000"/>
        </a:spcBef>
        <a:spcAft>
          <a:spcPct val="0"/>
        </a:spcAft>
        <a:buClr>
          <a:schemeClr val="tx2"/>
        </a:buClr>
        <a:buChar char="•"/>
        <a:defRPr sz="2200">
          <a:solidFill>
            <a:schemeClr val="tx1"/>
          </a:solidFill>
          <a:latin typeface="Arial" panose="020B0604020202020204" pitchFamily="34" charset="0"/>
          <a:cs typeface="Arial" panose="020B0604020202020204" pitchFamily="34" charset="0"/>
        </a:defRPr>
      </a:lvl3pPr>
      <a:lvl4pPr marL="1644650" indent="-301625" algn="l" defTabSz="2952750" rtl="0" eaLnBrk="1" fontAlgn="base" hangingPunct="1">
        <a:lnSpc>
          <a:spcPct val="125000"/>
        </a:lnSpc>
        <a:spcBef>
          <a:spcPct val="40000"/>
        </a:spcBef>
        <a:spcAft>
          <a:spcPct val="0"/>
        </a:spcAft>
        <a:buClr>
          <a:schemeClr val="tx2"/>
        </a:buClr>
        <a:buChar char="•"/>
        <a:defRPr sz="2000">
          <a:solidFill>
            <a:schemeClr val="tx1"/>
          </a:solidFill>
          <a:latin typeface="Arial" panose="020B0604020202020204" pitchFamily="34" charset="0"/>
          <a:cs typeface="Arial" panose="020B0604020202020204" pitchFamily="34" charset="0"/>
        </a:defRPr>
      </a:lvl4pPr>
      <a:lvl5pPr marL="2562225" indent="-738188" algn="l" defTabSz="2952750" rtl="0" eaLnBrk="1" fontAlgn="base" hangingPunct="1">
        <a:lnSpc>
          <a:spcPct val="125000"/>
        </a:lnSpc>
        <a:spcBef>
          <a:spcPct val="60000"/>
        </a:spcBef>
        <a:spcAft>
          <a:spcPct val="0"/>
        </a:spcAft>
        <a:buChar char="»"/>
        <a:defRPr>
          <a:solidFill>
            <a:schemeClr val="tx1"/>
          </a:solidFill>
          <a:latin typeface="+mn-lt"/>
        </a:defRPr>
      </a:lvl5pPr>
      <a:lvl6pPr marL="3019425" indent="-738188" algn="l" defTabSz="2952750" rtl="0" eaLnBrk="1" fontAlgn="base" hangingPunct="1">
        <a:lnSpc>
          <a:spcPct val="125000"/>
        </a:lnSpc>
        <a:spcBef>
          <a:spcPct val="60000"/>
        </a:spcBef>
        <a:spcAft>
          <a:spcPct val="0"/>
        </a:spcAft>
        <a:buChar char="»"/>
        <a:defRPr>
          <a:solidFill>
            <a:schemeClr val="tx1"/>
          </a:solidFill>
          <a:latin typeface="+mn-lt"/>
        </a:defRPr>
      </a:lvl6pPr>
      <a:lvl7pPr marL="3476625" indent="-738188" algn="l" defTabSz="2952750" rtl="0" eaLnBrk="1" fontAlgn="base" hangingPunct="1">
        <a:lnSpc>
          <a:spcPct val="125000"/>
        </a:lnSpc>
        <a:spcBef>
          <a:spcPct val="60000"/>
        </a:spcBef>
        <a:spcAft>
          <a:spcPct val="0"/>
        </a:spcAft>
        <a:buChar char="»"/>
        <a:defRPr>
          <a:solidFill>
            <a:schemeClr val="tx1"/>
          </a:solidFill>
          <a:latin typeface="+mn-lt"/>
        </a:defRPr>
      </a:lvl7pPr>
      <a:lvl8pPr marL="3933825" indent="-738188" algn="l" defTabSz="2952750" rtl="0" eaLnBrk="1" fontAlgn="base" hangingPunct="1">
        <a:lnSpc>
          <a:spcPct val="125000"/>
        </a:lnSpc>
        <a:spcBef>
          <a:spcPct val="60000"/>
        </a:spcBef>
        <a:spcAft>
          <a:spcPct val="0"/>
        </a:spcAft>
        <a:buChar char="»"/>
        <a:defRPr>
          <a:solidFill>
            <a:schemeClr val="tx1"/>
          </a:solidFill>
          <a:latin typeface="+mn-lt"/>
        </a:defRPr>
      </a:lvl8pPr>
      <a:lvl9pPr marL="4391025" indent="-738188" algn="l" defTabSz="2952750" rtl="0" eaLnBrk="1" fontAlgn="base" hangingPunct="1">
        <a:lnSpc>
          <a:spcPct val="125000"/>
        </a:lnSpc>
        <a:spcBef>
          <a:spcPct val="60000"/>
        </a:spcBef>
        <a:spcAft>
          <a:spcPct val="0"/>
        </a:spcAft>
        <a:buChar char="»"/>
        <a:defRPr>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179A231-4808-007F-1FA6-1B80BAC47094}"/>
              </a:ext>
            </a:extLst>
          </p:cNvPr>
          <p:cNvSpPr>
            <a:spLocks noGrp="1"/>
          </p:cNvSpPr>
          <p:nvPr>
            <p:ph type="title"/>
          </p:nvPr>
        </p:nvSpPr>
        <p:spPr>
          <a:xfrm>
            <a:off x="1470025" y="1612900"/>
            <a:ext cx="18448338" cy="5851525"/>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B6EF103-FD2B-759C-D294-7550EAB0A869}"/>
              </a:ext>
            </a:extLst>
          </p:cNvPr>
          <p:cNvSpPr>
            <a:spLocks noGrp="1"/>
          </p:cNvSpPr>
          <p:nvPr>
            <p:ph type="body" idx="1"/>
          </p:nvPr>
        </p:nvSpPr>
        <p:spPr>
          <a:xfrm>
            <a:off x="1470025" y="8061325"/>
            <a:ext cx="18448338" cy="1921192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2F4C26-4AE5-96EA-8901-6188F7F4CC5F}"/>
              </a:ext>
            </a:extLst>
          </p:cNvPr>
          <p:cNvSpPr>
            <a:spLocks noGrp="1"/>
          </p:cNvSpPr>
          <p:nvPr>
            <p:ph type="dt" sz="half" idx="2"/>
          </p:nvPr>
        </p:nvSpPr>
        <p:spPr>
          <a:xfrm>
            <a:off x="1470025" y="28065413"/>
            <a:ext cx="4813300" cy="1611312"/>
          </a:xfrm>
          <a:prstGeom prst="rect">
            <a:avLst/>
          </a:prstGeom>
        </p:spPr>
        <p:txBody>
          <a:bodyPr vert="horz" lIns="91440" tIns="45720" rIns="91440" bIns="45720" rtlCol="0" anchor="ctr"/>
          <a:lstStyle>
            <a:lvl1pPr algn="l">
              <a:defRPr sz="1200">
                <a:solidFill>
                  <a:schemeClr val="tx1">
                    <a:tint val="82000"/>
                  </a:schemeClr>
                </a:solidFill>
              </a:defRPr>
            </a:lvl1pPr>
          </a:lstStyle>
          <a:p>
            <a:fld id="{A666320E-2E51-46CD-B000-0C5C59C25FAA}" type="datetimeFigureOut">
              <a:rPr lang="en-GB" smtClean="0"/>
              <a:t>16/12/2025</a:t>
            </a:fld>
            <a:endParaRPr lang="en-GB"/>
          </a:p>
        </p:txBody>
      </p:sp>
      <p:sp>
        <p:nvSpPr>
          <p:cNvPr id="5" name="Footer Placeholder 4">
            <a:extLst>
              <a:ext uri="{FF2B5EF4-FFF2-40B4-BE49-F238E27FC236}">
                <a16:creationId xmlns:a16="http://schemas.microsoft.com/office/drawing/2014/main" id="{797D2637-0ED5-20CE-7563-7CD033ACF286}"/>
              </a:ext>
            </a:extLst>
          </p:cNvPr>
          <p:cNvSpPr>
            <a:spLocks noGrp="1"/>
          </p:cNvSpPr>
          <p:nvPr>
            <p:ph type="ftr" sz="quarter" idx="3"/>
          </p:nvPr>
        </p:nvSpPr>
        <p:spPr>
          <a:xfrm>
            <a:off x="7085013" y="28065413"/>
            <a:ext cx="7218362" cy="1611312"/>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29BB1FAB-9B8B-5169-0C12-6D2A3FB4575D}"/>
              </a:ext>
            </a:extLst>
          </p:cNvPr>
          <p:cNvSpPr>
            <a:spLocks noGrp="1"/>
          </p:cNvSpPr>
          <p:nvPr>
            <p:ph type="sldNum" sz="quarter" idx="4"/>
          </p:nvPr>
        </p:nvSpPr>
        <p:spPr>
          <a:xfrm>
            <a:off x="15105063" y="28065413"/>
            <a:ext cx="4813300" cy="1611312"/>
          </a:xfrm>
          <a:prstGeom prst="rect">
            <a:avLst/>
          </a:prstGeom>
        </p:spPr>
        <p:txBody>
          <a:bodyPr vert="horz" lIns="91440" tIns="45720" rIns="91440" bIns="45720" rtlCol="0" anchor="ctr"/>
          <a:lstStyle>
            <a:lvl1pPr algn="r">
              <a:defRPr sz="1200">
                <a:solidFill>
                  <a:schemeClr val="tx1">
                    <a:tint val="82000"/>
                  </a:schemeClr>
                </a:solidFill>
              </a:defRPr>
            </a:lvl1pPr>
          </a:lstStyle>
          <a:p>
            <a:fld id="{8EEC39EF-12DD-4979-90D2-3F1F26504DFB}" type="slidenum">
              <a:rPr lang="en-GB" smtClean="0"/>
              <a:t>‹#›</a:t>
            </a:fld>
            <a:endParaRPr lang="en-GB"/>
          </a:p>
        </p:txBody>
      </p:sp>
    </p:spTree>
    <p:extLst>
      <p:ext uri="{BB962C8B-B14F-4D97-AF65-F5344CB8AC3E}">
        <p14:creationId xmlns:p14="http://schemas.microsoft.com/office/powerpoint/2010/main" val="1989270610"/>
      </p:ext>
    </p:extLst>
  </p:cSld>
  <p:clrMap bg1="lt1" tx1="dk1" bg2="lt2" tx2="dk2" accent1="accent1" accent2="accent2" accent3="accent3" accent4="accent4" accent5="accent5" accent6="accent6" hlink="hlink" folHlink="folHlink"/>
  <p:sldLayoutIdLst>
    <p:sldLayoutId id="2147483677" r:id="rId1"/>
    <p:sldLayoutId id="2147483678" r:id="rId2"/>
    <p:sldLayoutId id="2147483679" r:id="rId3"/>
    <p:sldLayoutId id="2147483680" r:id="rId4"/>
    <p:sldLayoutId id="2147483681" r:id="rId5"/>
    <p:sldLayoutId id="2147483682" r:id="rId6"/>
    <p:sldLayoutId id="2147483683" r:id="rId7"/>
    <p:sldLayoutId id="2147483684" r:id="rId8"/>
    <p:sldLayoutId id="2147483685" r:id="rId9"/>
    <p:sldLayoutId id="2147483686" r:id="rId10"/>
    <p:sldLayoutId id="2147483687"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57" name="Rectangle 33"/>
          <p:cNvSpPr>
            <a:spLocks noChangeArrowheads="1"/>
          </p:cNvSpPr>
          <p:nvPr/>
        </p:nvSpPr>
        <p:spPr bwMode="auto">
          <a:xfrm>
            <a:off x="0" y="0"/>
            <a:ext cx="21388388" cy="5168900"/>
          </a:xfrm>
          <a:prstGeom prst="rect">
            <a:avLst/>
          </a:prstGeom>
          <a:solidFill>
            <a:schemeClr val="tx2"/>
          </a:solidFill>
          <a:ln w="9525">
            <a:noFill/>
            <a:miter lim="800000"/>
            <a:headEnd/>
            <a:tailEnd/>
          </a:ln>
        </p:spPr>
        <p:txBody>
          <a:bodyPr wrap="none" anchor="ctr"/>
          <a:lstStyle/>
          <a:p>
            <a:pPr>
              <a:defRPr/>
            </a:pPr>
            <a:endParaRPr lang="en-GB"/>
          </a:p>
        </p:txBody>
      </p:sp>
      <p:sp>
        <p:nvSpPr>
          <p:cNvPr id="1062" name="Text Box 38"/>
          <p:cNvSpPr txBox="1">
            <a:spLocks noChangeArrowheads="1"/>
          </p:cNvSpPr>
          <p:nvPr/>
        </p:nvSpPr>
        <p:spPr bwMode="auto">
          <a:xfrm>
            <a:off x="668338" y="4533900"/>
            <a:ext cx="19962812" cy="545143"/>
          </a:xfrm>
          <a:prstGeom prst="rect">
            <a:avLst/>
          </a:prstGeom>
          <a:solidFill>
            <a:schemeClr val="tx2"/>
          </a:solidFill>
          <a:ln w="9525">
            <a:noFill/>
            <a:miter lim="800000"/>
            <a:headEnd/>
            <a:tailEnd/>
          </a:ln>
        </p:spPr>
        <p:txBody>
          <a:bodyPr lIns="91436" tIns="45717" rIns="91436" bIns="45717">
            <a:spAutoFit/>
          </a:bodyPr>
          <a:lstStyle/>
          <a:p>
            <a:pPr defTabSz="912813" eaLnBrk="0" hangingPunct="0">
              <a:lnSpc>
                <a:spcPct val="110000"/>
              </a:lnSpc>
              <a:defRPr/>
            </a:pPr>
            <a:r>
              <a:rPr lang="en-GB" sz="2900">
                <a:solidFill>
                  <a:srgbClr val="FFFFFF"/>
                </a:solidFill>
                <a:latin typeface="Arial" panose="020B0604020202020204" pitchFamily="34" charset="0"/>
                <a:cs typeface="Arial" panose="020B0604020202020204" pitchFamily="34" charset="0"/>
              </a:rPr>
              <a:t>Author 1   </a:t>
            </a:r>
            <a:r>
              <a:rPr lang="en-GB" sz="2900">
                <a:solidFill>
                  <a:schemeClr val="accent5"/>
                </a:solidFill>
                <a:latin typeface="Arial" panose="020B0604020202020204" pitchFamily="34" charset="0"/>
                <a:cs typeface="Arial" panose="020B0604020202020204" pitchFamily="34" charset="0"/>
              </a:rPr>
              <a:t>|</a:t>
            </a:r>
            <a:r>
              <a:rPr lang="en-GB" sz="2900">
                <a:solidFill>
                  <a:srgbClr val="FFFFFF"/>
                </a:solidFill>
                <a:latin typeface="Arial" panose="020B0604020202020204" pitchFamily="34" charset="0"/>
                <a:cs typeface="Arial" panose="020B0604020202020204" pitchFamily="34" charset="0"/>
              </a:rPr>
              <a:t>   Author 2   </a:t>
            </a:r>
            <a:r>
              <a:rPr lang="en-GB" sz="2900">
                <a:solidFill>
                  <a:schemeClr val="accent5"/>
                </a:solidFill>
                <a:latin typeface="Arial" panose="020B0604020202020204" pitchFamily="34" charset="0"/>
                <a:cs typeface="Arial" panose="020B0604020202020204" pitchFamily="34" charset="0"/>
              </a:rPr>
              <a:t>|</a:t>
            </a:r>
            <a:r>
              <a:rPr lang="en-GB" sz="2900">
                <a:solidFill>
                  <a:srgbClr val="FFFFFF"/>
                </a:solidFill>
                <a:latin typeface="Arial" panose="020B0604020202020204" pitchFamily="34" charset="0"/>
                <a:cs typeface="Arial" panose="020B0604020202020204" pitchFamily="34" charset="0"/>
              </a:rPr>
              <a:t>   Author 3   (edit this list via View &gt; Slide Master)</a:t>
            </a:r>
            <a:endParaRPr lang="en-GB" sz="2000">
              <a:solidFill>
                <a:srgbClr val="FFFFFF"/>
              </a:solidFill>
              <a:latin typeface="Arial" panose="020B0604020202020204" pitchFamily="34" charset="0"/>
              <a:cs typeface="Arial" panose="020B0604020202020204" pitchFamily="34" charset="0"/>
            </a:endParaRPr>
          </a:p>
        </p:txBody>
      </p:sp>
      <p:sp>
        <p:nvSpPr>
          <p:cNvPr id="1028" name="Rectangle 39"/>
          <p:cNvSpPr>
            <a:spLocks noGrp="1" noChangeArrowheads="1"/>
          </p:cNvSpPr>
          <p:nvPr>
            <p:ph type="body" idx="1"/>
          </p:nvPr>
        </p:nvSpPr>
        <p:spPr bwMode="auto">
          <a:xfrm>
            <a:off x="736600" y="5635625"/>
            <a:ext cx="9344025" cy="2383472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lvl="0"/>
            <a:r>
              <a:rPr lang="en-GB"/>
              <a:t>Click to edit Master text styles</a:t>
            </a:r>
          </a:p>
          <a:p>
            <a:pPr lvl="1"/>
            <a:r>
              <a:rPr lang="en-GB"/>
              <a:t>Second level</a:t>
            </a:r>
          </a:p>
          <a:p>
            <a:pPr lvl="2"/>
            <a:r>
              <a:rPr lang="en-GB"/>
              <a:t>Third level</a:t>
            </a:r>
          </a:p>
          <a:p>
            <a:pPr lvl="3"/>
            <a:r>
              <a:rPr lang="en-GB"/>
              <a:t>Fourth level</a:t>
            </a:r>
          </a:p>
        </p:txBody>
      </p:sp>
      <p:pic>
        <p:nvPicPr>
          <p:cNvPr id="1029" name="Picture 34" descr="Rdg Device Reversed"/>
          <p:cNvPicPr>
            <a:picLocks noChangeArrowheads="1"/>
          </p:cNvPicPr>
          <p:nvPr/>
        </p:nvPicPr>
        <p:blipFill>
          <a:blip r:embed="rId3" cstate="print"/>
          <a:srcRect/>
          <a:stretch>
            <a:fillRect/>
          </a:stretch>
        </p:blipFill>
        <p:spPr bwMode="auto">
          <a:xfrm>
            <a:off x="17503775" y="792163"/>
            <a:ext cx="3148013" cy="1019175"/>
          </a:xfrm>
          <a:prstGeom prst="rect">
            <a:avLst/>
          </a:prstGeom>
          <a:noFill/>
          <a:ln w="9525">
            <a:noFill/>
            <a:miter lim="800000"/>
            <a:headEnd/>
            <a:tailEnd/>
          </a:ln>
        </p:spPr>
      </p:pic>
      <p:sp>
        <p:nvSpPr>
          <p:cNvPr id="1030" name="Rectangle 42"/>
          <p:cNvSpPr>
            <a:spLocks noGrp="1" noChangeArrowheads="1"/>
          </p:cNvSpPr>
          <p:nvPr>
            <p:ph type="title"/>
          </p:nvPr>
        </p:nvSpPr>
        <p:spPr bwMode="auto">
          <a:xfrm>
            <a:off x="736600" y="1350963"/>
            <a:ext cx="20131088" cy="298767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p>
            <a:pPr lvl="0"/>
            <a:r>
              <a:rPr lang="en-GB"/>
              <a:t>Click to edit </a:t>
            </a:r>
            <a:br>
              <a:rPr lang="en-GB"/>
            </a:br>
            <a:r>
              <a:rPr lang="en-GB"/>
              <a:t>Master title style</a:t>
            </a:r>
          </a:p>
        </p:txBody>
      </p:sp>
      <p:sp>
        <p:nvSpPr>
          <p:cNvPr id="1061" name="Text Box 37"/>
          <p:cNvSpPr txBox="1">
            <a:spLocks noChangeArrowheads="1"/>
          </p:cNvSpPr>
          <p:nvPr/>
        </p:nvSpPr>
        <p:spPr bwMode="auto">
          <a:xfrm>
            <a:off x="736600" y="792163"/>
            <a:ext cx="10461625" cy="701675"/>
          </a:xfrm>
          <a:prstGeom prst="rect">
            <a:avLst/>
          </a:prstGeom>
          <a:noFill/>
          <a:ln w="9525">
            <a:noFill/>
            <a:miter lim="800000"/>
            <a:headEnd/>
            <a:tailEnd/>
          </a:ln>
        </p:spPr>
        <p:txBody>
          <a:bodyPr lIns="0" tIns="0" rIns="0" bIns="0">
            <a:spAutoFit/>
          </a:bodyPr>
          <a:lstStyle/>
          <a:p>
            <a:pPr defTabSz="912813" eaLnBrk="0" hangingPunct="0">
              <a:spcBef>
                <a:spcPct val="50000"/>
              </a:spcBef>
              <a:defRPr/>
            </a:pPr>
            <a:r>
              <a:rPr lang="en-GB" sz="2300" b="1">
                <a:solidFill>
                  <a:srgbClr val="FFFFFF"/>
                </a:solidFill>
                <a:latin typeface="Arial" panose="020B0604020202020204" pitchFamily="34" charset="0"/>
                <a:cs typeface="Arial" panose="020B0604020202020204" pitchFamily="34" charset="0"/>
              </a:rPr>
              <a:t>Insert your unit name via </a:t>
            </a:r>
            <a:br>
              <a:rPr lang="en-GB" sz="2300" b="1">
                <a:solidFill>
                  <a:srgbClr val="FFFFFF"/>
                </a:solidFill>
                <a:latin typeface="Arial" panose="020B0604020202020204" pitchFamily="34" charset="0"/>
                <a:cs typeface="Arial" panose="020B0604020202020204" pitchFamily="34" charset="0"/>
              </a:rPr>
            </a:br>
            <a:r>
              <a:rPr lang="en-GB" sz="2300" b="1">
                <a:solidFill>
                  <a:srgbClr val="FFFFFF"/>
                </a:solidFill>
                <a:latin typeface="Arial" panose="020B0604020202020204" pitchFamily="34" charset="0"/>
                <a:cs typeface="Arial" panose="020B0604020202020204" pitchFamily="34" charset="0"/>
              </a:rPr>
              <a:t>View &gt; Slide Master</a:t>
            </a:r>
          </a:p>
        </p:txBody>
      </p:sp>
      <p:sp>
        <p:nvSpPr>
          <p:cNvPr id="1067" name="Rectangle 43"/>
          <p:cNvSpPr>
            <a:spLocks noChangeArrowheads="1"/>
          </p:cNvSpPr>
          <p:nvPr/>
        </p:nvSpPr>
        <p:spPr bwMode="auto">
          <a:xfrm>
            <a:off x="0" y="0"/>
            <a:ext cx="21388388" cy="30279975"/>
          </a:xfrm>
          <a:prstGeom prst="rect">
            <a:avLst/>
          </a:prstGeom>
          <a:noFill/>
          <a:ln w="9525">
            <a:solidFill>
              <a:schemeClr val="tx2"/>
            </a:solidFill>
            <a:miter lim="800000"/>
            <a:headEnd/>
            <a:tailEnd/>
          </a:ln>
          <a:effectLst/>
        </p:spPr>
        <p:txBody>
          <a:bodyPr wrap="none" anchor="ctr"/>
          <a:lstStyle/>
          <a:p>
            <a:pPr algn="ctr" defTabSz="2952750">
              <a:defRPr/>
            </a:pPr>
            <a:endParaRPr lang="en-US"/>
          </a:p>
        </p:txBody>
      </p:sp>
    </p:spTree>
    <p:extLst>
      <p:ext uri="{BB962C8B-B14F-4D97-AF65-F5344CB8AC3E}">
        <p14:creationId xmlns:p14="http://schemas.microsoft.com/office/powerpoint/2010/main" val="3716540771"/>
      </p:ext>
    </p:extLst>
  </p:cSld>
  <p:clrMap bg1="lt1" tx1="dk1" bg2="lt2" tx2="dk2" accent1="accent1" accent2="accent2" accent3="accent3" accent4="accent4" accent5="accent5" accent6="accent6" hlink="hlink" folHlink="folHlink"/>
  <p:sldLayoutIdLst>
    <p:sldLayoutId id="2147483665" r:id="rId1"/>
  </p:sldLayoutIdLst>
  <p:txStyles>
    <p:titleStyle>
      <a:lvl1pPr algn="l" defTabSz="2952750" rtl="0" eaLnBrk="1" fontAlgn="base" hangingPunct="1">
        <a:lnSpc>
          <a:spcPct val="105000"/>
        </a:lnSpc>
        <a:spcBef>
          <a:spcPct val="60000"/>
        </a:spcBef>
        <a:spcAft>
          <a:spcPct val="0"/>
        </a:spcAft>
        <a:defRPr sz="8100" b="1">
          <a:solidFill>
            <a:schemeClr val="bg1"/>
          </a:solidFill>
          <a:latin typeface="Arial" panose="020B0604020202020204" pitchFamily="34" charset="0"/>
          <a:ea typeface="+mj-ea"/>
          <a:cs typeface="Arial" panose="020B0604020202020204" pitchFamily="34" charset="0"/>
        </a:defRPr>
      </a:lvl1pPr>
      <a:lvl2pPr algn="l" defTabSz="2952750" rtl="0" eaLnBrk="1" fontAlgn="base" hangingPunct="1">
        <a:lnSpc>
          <a:spcPct val="105000"/>
        </a:lnSpc>
        <a:spcBef>
          <a:spcPct val="60000"/>
        </a:spcBef>
        <a:spcAft>
          <a:spcPct val="0"/>
        </a:spcAft>
        <a:defRPr sz="8100">
          <a:solidFill>
            <a:schemeClr val="bg1"/>
          </a:solidFill>
          <a:latin typeface="Rdg Vesta" pitchFamily="2" charset="0"/>
        </a:defRPr>
      </a:lvl2pPr>
      <a:lvl3pPr algn="l" defTabSz="2952750" rtl="0" eaLnBrk="1" fontAlgn="base" hangingPunct="1">
        <a:lnSpc>
          <a:spcPct val="105000"/>
        </a:lnSpc>
        <a:spcBef>
          <a:spcPct val="60000"/>
        </a:spcBef>
        <a:spcAft>
          <a:spcPct val="0"/>
        </a:spcAft>
        <a:defRPr sz="8100">
          <a:solidFill>
            <a:schemeClr val="bg1"/>
          </a:solidFill>
          <a:latin typeface="Rdg Vesta" pitchFamily="2" charset="0"/>
        </a:defRPr>
      </a:lvl3pPr>
      <a:lvl4pPr algn="l" defTabSz="2952750" rtl="0" eaLnBrk="1" fontAlgn="base" hangingPunct="1">
        <a:lnSpc>
          <a:spcPct val="105000"/>
        </a:lnSpc>
        <a:spcBef>
          <a:spcPct val="60000"/>
        </a:spcBef>
        <a:spcAft>
          <a:spcPct val="0"/>
        </a:spcAft>
        <a:defRPr sz="8100">
          <a:solidFill>
            <a:schemeClr val="bg1"/>
          </a:solidFill>
          <a:latin typeface="Rdg Vesta" pitchFamily="2" charset="0"/>
        </a:defRPr>
      </a:lvl4pPr>
      <a:lvl5pPr algn="l" defTabSz="2952750" rtl="0" eaLnBrk="1" fontAlgn="base" hangingPunct="1">
        <a:lnSpc>
          <a:spcPct val="105000"/>
        </a:lnSpc>
        <a:spcBef>
          <a:spcPct val="60000"/>
        </a:spcBef>
        <a:spcAft>
          <a:spcPct val="0"/>
        </a:spcAft>
        <a:defRPr sz="8100">
          <a:solidFill>
            <a:schemeClr val="bg1"/>
          </a:solidFill>
          <a:latin typeface="Rdg Vesta" pitchFamily="2" charset="0"/>
        </a:defRPr>
      </a:lvl5pPr>
      <a:lvl6pPr marL="457200" algn="l" defTabSz="2952750" rtl="0" eaLnBrk="1" fontAlgn="base" hangingPunct="1">
        <a:lnSpc>
          <a:spcPct val="105000"/>
        </a:lnSpc>
        <a:spcBef>
          <a:spcPct val="60000"/>
        </a:spcBef>
        <a:spcAft>
          <a:spcPct val="0"/>
        </a:spcAft>
        <a:defRPr sz="8100">
          <a:solidFill>
            <a:schemeClr val="bg1"/>
          </a:solidFill>
          <a:latin typeface="Rdg Vesta" pitchFamily="2" charset="0"/>
        </a:defRPr>
      </a:lvl6pPr>
      <a:lvl7pPr marL="914400" algn="l" defTabSz="2952750" rtl="0" eaLnBrk="1" fontAlgn="base" hangingPunct="1">
        <a:lnSpc>
          <a:spcPct val="105000"/>
        </a:lnSpc>
        <a:spcBef>
          <a:spcPct val="60000"/>
        </a:spcBef>
        <a:spcAft>
          <a:spcPct val="0"/>
        </a:spcAft>
        <a:defRPr sz="8100">
          <a:solidFill>
            <a:schemeClr val="bg1"/>
          </a:solidFill>
          <a:latin typeface="Rdg Vesta" pitchFamily="2" charset="0"/>
        </a:defRPr>
      </a:lvl7pPr>
      <a:lvl8pPr marL="1371600" algn="l" defTabSz="2952750" rtl="0" eaLnBrk="1" fontAlgn="base" hangingPunct="1">
        <a:lnSpc>
          <a:spcPct val="105000"/>
        </a:lnSpc>
        <a:spcBef>
          <a:spcPct val="60000"/>
        </a:spcBef>
        <a:spcAft>
          <a:spcPct val="0"/>
        </a:spcAft>
        <a:defRPr sz="8100">
          <a:solidFill>
            <a:schemeClr val="bg1"/>
          </a:solidFill>
          <a:latin typeface="Rdg Vesta" pitchFamily="2" charset="0"/>
        </a:defRPr>
      </a:lvl8pPr>
      <a:lvl9pPr marL="1828800" algn="l" defTabSz="2952750" rtl="0" eaLnBrk="1" fontAlgn="base" hangingPunct="1">
        <a:lnSpc>
          <a:spcPct val="105000"/>
        </a:lnSpc>
        <a:spcBef>
          <a:spcPct val="60000"/>
        </a:spcBef>
        <a:spcAft>
          <a:spcPct val="0"/>
        </a:spcAft>
        <a:defRPr sz="8100">
          <a:solidFill>
            <a:schemeClr val="bg1"/>
          </a:solidFill>
          <a:latin typeface="Rdg Vesta" pitchFamily="2" charset="0"/>
        </a:defRPr>
      </a:lvl9pPr>
    </p:titleStyle>
    <p:bodyStyle>
      <a:lvl1pPr marL="455613" indent="-455613" algn="l" defTabSz="2952750" rtl="0" eaLnBrk="1" fontAlgn="base" hangingPunct="1">
        <a:lnSpc>
          <a:spcPct val="125000"/>
        </a:lnSpc>
        <a:spcBef>
          <a:spcPct val="60000"/>
        </a:spcBef>
        <a:spcAft>
          <a:spcPct val="0"/>
        </a:spcAft>
        <a:buClr>
          <a:schemeClr val="tx2"/>
        </a:buClr>
        <a:buChar char="•"/>
        <a:defRPr sz="2600">
          <a:solidFill>
            <a:schemeClr val="tx1"/>
          </a:solidFill>
          <a:latin typeface="Arial" panose="020B0604020202020204" pitchFamily="34" charset="0"/>
          <a:ea typeface="+mn-ea"/>
          <a:cs typeface="Arial" panose="020B0604020202020204" pitchFamily="34" charset="0"/>
        </a:defRPr>
      </a:lvl1pPr>
      <a:lvl2pPr marL="1000125" indent="-457200" algn="l" defTabSz="2952750" rtl="0" eaLnBrk="1" fontAlgn="base" hangingPunct="1">
        <a:lnSpc>
          <a:spcPct val="125000"/>
        </a:lnSpc>
        <a:spcBef>
          <a:spcPct val="40000"/>
        </a:spcBef>
        <a:spcAft>
          <a:spcPct val="0"/>
        </a:spcAft>
        <a:buClr>
          <a:schemeClr val="tx2"/>
        </a:buClr>
        <a:buChar char="•"/>
        <a:defRPr sz="2600">
          <a:solidFill>
            <a:schemeClr val="tx1"/>
          </a:solidFill>
          <a:latin typeface="Arial" panose="020B0604020202020204" pitchFamily="34" charset="0"/>
          <a:cs typeface="Arial" panose="020B0604020202020204" pitchFamily="34" charset="0"/>
        </a:defRPr>
      </a:lvl2pPr>
      <a:lvl3pPr marL="1331913" indent="-342900" algn="l" defTabSz="2952750" rtl="0" eaLnBrk="1" fontAlgn="base" hangingPunct="1">
        <a:lnSpc>
          <a:spcPct val="125000"/>
        </a:lnSpc>
        <a:spcBef>
          <a:spcPct val="30000"/>
        </a:spcBef>
        <a:spcAft>
          <a:spcPct val="0"/>
        </a:spcAft>
        <a:buClr>
          <a:schemeClr val="tx2"/>
        </a:buClr>
        <a:buChar char="•"/>
        <a:defRPr sz="2200">
          <a:solidFill>
            <a:schemeClr val="tx1"/>
          </a:solidFill>
          <a:latin typeface="Arial" panose="020B0604020202020204" pitchFamily="34" charset="0"/>
          <a:cs typeface="Arial" panose="020B0604020202020204" pitchFamily="34" charset="0"/>
        </a:defRPr>
      </a:lvl3pPr>
      <a:lvl4pPr marL="1644650" indent="-301625" algn="l" defTabSz="2952750" rtl="0" eaLnBrk="1" fontAlgn="base" hangingPunct="1">
        <a:lnSpc>
          <a:spcPct val="125000"/>
        </a:lnSpc>
        <a:spcBef>
          <a:spcPct val="40000"/>
        </a:spcBef>
        <a:spcAft>
          <a:spcPct val="0"/>
        </a:spcAft>
        <a:buClr>
          <a:schemeClr val="tx2"/>
        </a:buClr>
        <a:buChar char="•"/>
        <a:defRPr sz="2000">
          <a:solidFill>
            <a:schemeClr val="tx1"/>
          </a:solidFill>
          <a:latin typeface="Arial" panose="020B0604020202020204" pitchFamily="34" charset="0"/>
          <a:cs typeface="Arial" panose="020B0604020202020204" pitchFamily="34" charset="0"/>
        </a:defRPr>
      </a:lvl4pPr>
      <a:lvl5pPr marL="2562225" indent="-738188" algn="l" defTabSz="2952750" rtl="0" eaLnBrk="1" fontAlgn="base" hangingPunct="1">
        <a:lnSpc>
          <a:spcPct val="125000"/>
        </a:lnSpc>
        <a:spcBef>
          <a:spcPct val="60000"/>
        </a:spcBef>
        <a:spcAft>
          <a:spcPct val="0"/>
        </a:spcAft>
        <a:buChar char="»"/>
        <a:defRPr>
          <a:solidFill>
            <a:schemeClr val="tx1"/>
          </a:solidFill>
          <a:latin typeface="+mn-lt"/>
        </a:defRPr>
      </a:lvl5pPr>
      <a:lvl6pPr marL="3019425" indent="-738188" algn="l" defTabSz="2952750" rtl="0" eaLnBrk="1" fontAlgn="base" hangingPunct="1">
        <a:lnSpc>
          <a:spcPct val="125000"/>
        </a:lnSpc>
        <a:spcBef>
          <a:spcPct val="60000"/>
        </a:spcBef>
        <a:spcAft>
          <a:spcPct val="0"/>
        </a:spcAft>
        <a:buChar char="»"/>
        <a:defRPr>
          <a:solidFill>
            <a:schemeClr val="tx1"/>
          </a:solidFill>
          <a:latin typeface="+mn-lt"/>
        </a:defRPr>
      </a:lvl6pPr>
      <a:lvl7pPr marL="3476625" indent="-738188" algn="l" defTabSz="2952750" rtl="0" eaLnBrk="1" fontAlgn="base" hangingPunct="1">
        <a:lnSpc>
          <a:spcPct val="125000"/>
        </a:lnSpc>
        <a:spcBef>
          <a:spcPct val="60000"/>
        </a:spcBef>
        <a:spcAft>
          <a:spcPct val="0"/>
        </a:spcAft>
        <a:buChar char="»"/>
        <a:defRPr>
          <a:solidFill>
            <a:schemeClr val="tx1"/>
          </a:solidFill>
          <a:latin typeface="+mn-lt"/>
        </a:defRPr>
      </a:lvl7pPr>
      <a:lvl8pPr marL="3933825" indent="-738188" algn="l" defTabSz="2952750" rtl="0" eaLnBrk="1" fontAlgn="base" hangingPunct="1">
        <a:lnSpc>
          <a:spcPct val="125000"/>
        </a:lnSpc>
        <a:spcBef>
          <a:spcPct val="60000"/>
        </a:spcBef>
        <a:spcAft>
          <a:spcPct val="0"/>
        </a:spcAft>
        <a:buChar char="»"/>
        <a:defRPr>
          <a:solidFill>
            <a:schemeClr val="tx1"/>
          </a:solidFill>
          <a:latin typeface="+mn-lt"/>
        </a:defRPr>
      </a:lvl8pPr>
      <a:lvl9pPr marL="4391025" indent="-738188" algn="l" defTabSz="2952750" rtl="0" eaLnBrk="1" fontAlgn="base" hangingPunct="1">
        <a:lnSpc>
          <a:spcPct val="125000"/>
        </a:lnSpc>
        <a:spcBef>
          <a:spcPct val="60000"/>
        </a:spcBef>
        <a:spcAft>
          <a:spcPct val="0"/>
        </a:spcAft>
        <a:buChar char="»"/>
        <a:defRPr>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57" name="Rectangle 33"/>
          <p:cNvSpPr>
            <a:spLocks noChangeArrowheads="1"/>
          </p:cNvSpPr>
          <p:nvPr/>
        </p:nvSpPr>
        <p:spPr bwMode="auto">
          <a:xfrm>
            <a:off x="0" y="0"/>
            <a:ext cx="21388388" cy="5168900"/>
          </a:xfrm>
          <a:prstGeom prst="rect">
            <a:avLst/>
          </a:prstGeom>
          <a:solidFill>
            <a:schemeClr val="tx2"/>
          </a:solidFill>
          <a:ln w="9525">
            <a:noFill/>
            <a:miter lim="800000"/>
            <a:headEnd/>
            <a:tailEnd/>
          </a:ln>
        </p:spPr>
        <p:txBody>
          <a:bodyPr wrap="none" anchor="ctr"/>
          <a:lstStyle/>
          <a:p>
            <a:pPr>
              <a:defRPr/>
            </a:pPr>
            <a:endParaRPr lang="en-GB"/>
          </a:p>
        </p:txBody>
      </p:sp>
      <p:sp>
        <p:nvSpPr>
          <p:cNvPr id="1062" name="Text Box 38"/>
          <p:cNvSpPr txBox="1">
            <a:spLocks noChangeArrowheads="1"/>
          </p:cNvSpPr>
          <p:nvPr/>
        </p:nvSpPr>
        <p:spPr bwMode="auto">
          <a:xfrm>
            <a:off x="668338" y="4533900"/>
            <a:ext cx="19962812" cy="545143"/>
          </a:xfrm>
          <a:prstGeom prst="rect">
            <a:avLst/>
          </a:prstGeom>
          <a:solidFill>
            <a:schemeClr val="tx2"/>
          </a:solidFill>
          <a:ln w="9525">
            <a:noFill/>
            <a:miter lim="800000"/>
            <a:headEnd/>
            <a:tailEnd/>
          </a:ln>
        </p:spPr>
        <p:txBody>
          <a:bodyPr lIns="91436" tIns="45717" rIns="91436" bIns="45717">
            <a:spAutoFit/>
          </a:bodyPr>
          <a:lstStyle/>
          <a:p>
            <a:pPr defTabSz="912813" eaLnBrk="0" hangingPunct="0">
              <a:lnSpc>
                <a:spcPct val="110000"/>
              </a:lnSpc>
              <a:defRPr/>
            </a:pPr>
            <a:r>
              <a:rPr lang="en-GB" sz="2900">
                <a:solidFill>
                  <a:srgbClr val="FFFFFF"/>
                </a:solidFill>
                <a:latin typeface="Arial" panose="020B0604020202020204" pitchFamily="34" charset="0"/>
                <a:cs typeface="Arial" panose="020B0604020202020204" pitchFamily="34" charset="0"/>
              </a:rPr>
              <a:t>Author 1   </a:t>
            </a:r>
            <a:r>
              <a:rPr lang="en-GB" sz="2900">
                <a:solidFill>
                  <a:schemeClr val="accent5"/>
                </a:solidFill>
                <a:latin typeface="Arial" panose="020B0604020202020204" pitchFamily="34" charset="0"/>
                <a:cs typeface="Arial" panose="020B0604020202020204" pitchFamily="34" charset="0"/>
              </a:rPr>
              <a:t>|</a:t>
            </a:r>
            <a:r>
              <a:rPr lang="en-GB" sz="2900">
                <a:solidFill>
                  <a:srgbClr val="FFFFFF"/>
                </a:solidFill>
                <a:latin typeface="Arial" panose="020B0604020202020204" pitchFamily="34" charset="0"/>
                <a:cs typeface="Arial" panose="020B0604020202020204" pitchFamily="34" charset="0"/>
              </a:rPr>
              <a:t>   Author 2   </a:t>
            </a:r>
            <a:r>
              <a:rPr lang="en-GB" sz="2900">
                <a:solidFill>
                  <a:schemeClr val="accent5"/>
                </a:solidFill>
                <a:latin typeface="Arial" panose="020B0604020202020204" pitchFamily="34" charset="0"/>
                <a:cs typeface="Arial" panose="020B0604020202020204" pitchFamily="34" charset="0"/>
              </a:rPr>
              <a:t>|</a:t>
            </a:r>
            <a:r>
              <a:rPr lang="en-GB" sz="2900">
                <a:solidFill>
                  <a:srgbClr val="FFFFFF"/>
                </a:solidFill>
                <a:latin typeface="Arial" panose="020B0604020202020204" pitchFamily="34" charset="0"/>
                <a:cs typeface="Arial" panose="020B0604020202020204" pitchFamily="34" charset="0"/>
              </a:rPr>
              <a:t>   Author 3   (edit this list via View &gt; Slide Master)</a:t>
            </a:r>
            <a:endParaRPr lang="en-GB" sz="2000">
              <a:solidFill>
                <a:srgbClr val="FFFFFF"/>
              </a:solidFill>
              <a:latin typeface="Arial" panose="020B0604020202020204" pitchFamily="34" charset="0"/>
              <a:cs typeface="Arial" panose="020B0604020202020204" pitchFamily="34" charset="0"/>
            </a:endParaRPr>
          </a:p>
        </p:txBody>
      </p:sp>
      <p:sp>
        <p:nvSpPr>
          <p:cNvPr id="1028" name="Rectangle 39"/>
          <p:cNvSpPr>
            <a:spLocks noGrp="1" noChangeArrowheads="1"/>
          </p:cNvSpPr>
          <p:nvPr>
            <p:ph type="body" idx="1"/>
          </p:nvPr>
        </p:nvSpPr>
        <p:spPr bwMode="auto">
          <a:xfrm>
            <a:off x="736600" y="5635625"/>
            <a:ext cx="9344025" cy="2383472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lvl="0"/>
            <a:r>
              <a:rPr lang="en-GB"/>
              <a:t>Click to edit Master text styles</a:t>
            </a:r>
          </a:p>
          <a:p>
            <a:pPr lvl="1"/>
            <a:r>
              <a:rPr lang="en-GB"/>
              <a:t>Second level</a:t>
            </a:r>
          </a:p>
          <a:p>
            <a:pPr lvl="2"/>
            <a:r>
              <a:rPr lang="en-GB"/>
              <a:t>Third level</a:t>
            </a:r>
          </a:p>
          <a:p>
            <a:pPr lvl="3"/>
            <a:r>
              <a:rPr lang="en-GB"/>
              <a:t>Fourth level</a:t>
            </a:r>
          </a:p>
        </p:txBody>
      </p:sp>
      <p:pic>
        <p:nvPicPr>
          <p:cNvPr id="1029" name="Picture 34" descr="Rdg Device Reversed"/>
          <p:cNvPicPr>
            <a:picLocks noChangeArrowheads="1"/>
          </p:cNvPicPr>
          <p:nvPr/>
        </p:nvPicPr>
        <p:blipFill>
          <a:blip r:embed="rId3" cstate="print"/>
          <a:srcRect/>
          <a:stretch>
            <a:fillRect/>
          </a:stretch>
        </p:blipFill>
        <p:spPr bwMode="auto">
          <a:xfrm>
            <a:off x="17503775" y="792163"/>
            <a:ext cx="3148013" cy="1019175"/>
          </a:xfrm>
          <a:prstGeom prst="rect">
            <a:avLst/>
          </a:prstGeom>
          <a:noFill/>
          <a:ln w="9525">
            <a:noFill/>
            <a:miter lim="800000"/>
            <a:headEnd/>
            <a:tailEnd/>
          </a:ln>
        </p:spPr>
      </p:pic>
      <p:sp>
        <p:nvSpPr>
          <p:cNvPr id="1030" name="Rectangle 42"/>
          <p:cNvSpPr>
            <a:spLocks noGrp="1" noChangeArrowheads="1"/>
          </p:cNvSpPr>
          <p:nvPr>
            <p:ph type="title"/>
          </p:nvPr>
        </p:nvSpPr>
        <p:spPr bwMode="auto">
          <a:xfrm>
            <a:off x="736600" y="1350963"/>
            <a:ext cx="20131088" cy="298767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p>
            <a:pPr lvl="0"/>
            <a:r>
              <a:rPr lang="en-GB"/>
              <a:t>Click to edit </a:t>
            </a:r>
            <a:br>
              <a:rPr lang="en-GB"/>
            </a:br>
            <a:r>
              <a:rPr lang="en-GB"/>
              <a:t>Master title style</a:t>
            </a:r>
          </a:p>
        </p:txBody>
      </p:sp>
      <p:sp>
        <p:nvSpPr>
          <p:cNvPr id="1061" name="Text Box 37"/>
          <p:cNvSpPr txBox="1">
            <a:spLocks noChangeArrowheads="1"/>
          </p:cNvSpPr>
          <p:nvPr/>
        </p:nvSpPr>
        <p:spPr bwMode="auto">
          <a:xfrm>
            <a:off x="736600" y="792163"/>
            <a:ext cx="10461625" cy="701675"/>
          </a:xfrm>
          <a:prstGeom prst="rect">
            <a:avLst/>
          </a:prstGeom>
          <a:noFill/>
          <a:ln w="9525">
            <a:noFill/>
            <a:miter lim="800000"/>
            <a:headEnd/>
            <a:tailEnd/>
          </a:ln>
        </p:spPr>
        <p:txBody>
          <a:bodyPr lIns="0" tIns="0" rIns="0" bIns="0">
            <a:spAutoFit/>
          </a:bodyPr>
          <a:lstStyle/>
          <a:p>
            <a:pPr defTabSz="912813" eaLnBrk="0" hangingPunct="0">
              <a:spcBef>
                <a:spcPct val="50000"/>
              </a:spcBef>
              <a:defRPr/>
            </a:pPr>
            <a:r>
              <a:rPr lang="en-GB" sz="2300" b="1">
                <a:solidFill>
                  <a:srgbClr val="FFFFFF"/>
                </a:solidFill>
                <a:latin typeface="Arial" panose="020B0604020202020204" pitchFamily="34" charset="0"/>
                <a:cs typeface="Arial" panose="020B0604020202020204" pitchFamily="34" charset="0"/>
              </a:rPr>
              <a:t>Insert your unit name via </a:t>
            </a:r>
            <a:br>
              <a:rPr lang="en-GB" sz="2300" b="1">
                <a:solidFill>
                  <a:srgbClr val="FFFFFF"/>
                </a:solidFill>
                <a:latin typeface="Arial" panose="020B0604020202020204" pitchFamily="34" charset="0"/>
                <a:cs typeface="Arial" panose="020B0604020202020204" pitchFamily="34" charset="0"/>
              </a:rPr>
            </a:br>
            <a:r>
              <a:rPr lang="en-GB" sz="2300" b="1">
                <a:solidFill>
                  <a:srgbClr val="FFFFFF"/>
                </a:solidFill>
                <a:latin typeface="Arial" panose="020B0604020202020204" pitchFamily="34" charset="0"/>
                <a:cs typeface="Arial" panose="020B0604020202020204" pitchFamily="34" charset="0"/>
              </a:rPr>
              <a:t>View &gt; Slide Master</a:t>
            </a:r>
          </a:p>
        </p:txBody>
      </p:sp>
      <p:sp>
        <p:nvSpPr>
          <p:cNvPr id="1067" name="Rectangle 43"/>
          <p:cNvSpPr>
            <a:spLocks noChangeArrowheads="1"/>
          </p:cNvSpPr>
          <p:nvPr/>
        </p:nvSpPr>
        <p:spPr bwMode="auto">
          <a:xfrm>
            <a:off x="0" y="0"/>
            <a:ext cx="21388388" cy="30279975"/>
          </a:xfrm>
          <a:prstGeom prst="rect">
            <a:avLst/>
          </a:prstGeom>
          <a:noFill/>
          <a:ln w="9525">
            <a:solidFill>
              <a:schemeClr val="tx2"/>
            </a:solidFill>
            <a:miter lim="800000"/>
            <a:headEnd/>
            <a:tailEnd/>
          </a:ln>
          <a:effectLst/>
        </p:spPr>
        <p:txBody>
          <a:bodyPr wrap="none" anchor="ctr"/>
          <a:lstStyle/>
          <a:p>
            <a:pPr algn="ctr" defTabSz="2952750">
              <a:defRPr/>
            </a:pPr>
            <a:endParaRPr lang="en-US"/>
          </a:p>
        </p:txBody>
      </p:sp>
    </p:spTree>
    <p:extLst>
      <p:ext uri="{BB962C8B-B14F-4D97-AF65-F5344CB8AC3E}">
        <p14:creationId xmlns:p14="http://schemas.microsoft.com/office/powerpoint/2010/main" val="3047432918"/>
      </p:ext>
    </p:extLst>
  </p:cSld>
  <p:clrMap bg1="lt1" tx1="dk1" bg2="lt2" tx2="dk2" accent1="accent1" accent2="accent2" accent3="accent3" accent4="accent4" accent5="accent5" accent6="accent6" hlink="hlink" folHlink="folHlink"/>
  <p:sldLayoutIdLst>
    <p:sldLayoutId id="2147483667" r:id="rId1"/>
  </p:sldLayoutIdLst>
  <p:txStyles>
    <p:titleStyle>
      <a:lvl1pPr algn="l" defTabSz="2952750" rtl="0" eaLnBrk="1" fontAlgn="base" hangingPunct="1">
        <a:lnSpc>
          <a:spcPct val="105000"/>
        </a:lnSpc>
        <a:spcBef>
          <a:spcPct val="60000"/>
        </a:spcBef>
        <a:spcAft>
          <a:spcPct val="0"/>
        </a:spcAft>
        <a:defRPr sz="8100" b="1">
          <a:solidFill>
            <a:schemeClr val="bg1"/>
          </a:solidFill>
          <a:latin typeface="Arial" panose="020B0604020202020204" pitchFamily="34" charset="0"/>
          <a:ea typeface="+mj-ea"/>
          <a:cs typeface="Arial" panose="020B0604020202020204" pitchFamily="34" charset="0"/>
        </a:defRPr>
      </a:lvl1pPr>
      <a:lvl2pPr algn="l" defTabSz="2952750" rtl="0" eaLnBrk="1" fontAlgn="base" hangingPunct="1">
        <a:lnSpc>
          <a:spcPct val="105000"/>
        </a:lnSpc>
        <a:spcBef>
          <a:spcPct val="60000"/>
        </a:spcBef>
        <a:spcAft>
          <a:spcPct val="0"/>
        </a:spcAft>
        <a:defRPr sz="8100">
          <a:solidFill>
            <a:schemeClr val="bg1"/>
          </a:solidFill>
          <a:latin typeface="Rdg Vesta" pitchFamily="2" charset="0"/>
        </a:defRPr>
      </a:lvl2pPr>
      <a:lvl3pPr algn="l" defTabSz="2952750" rtl="0" eaLnBrk="1" fontAlgn="base" hangingPunct="1">
        <a:lnSpc>
          <a:spcPct val="105000"/>
        </a:lnSpc>
        <a:spcBef>
          <a:spcPct val="60000"/>
        </a:spcBef>
        <a:spcAft>
          <a:spcPct val="0"/>
        </a:spcAft>
        <a:defRPr sz="8100">
          <a:solidFill>
            <a:schemeClr val="bg1"/>
          </a:solidFill>
          <a:latin typeface="Rdg Vesta" pitchFamily="2" charset="0"/>
        </a:defRPr>
      </a:lvl3pPr>
      <a:lvl4pPr algn="l" defTabSz="2952750" rtl="0" eaLnBrk="1" fontAlgn="base" hangingPunct="1">
        <a:lnSpc>
          <a:spcPct val="105000"/>
        </a:lnSpc>
        <a:spcBef>
          <a:spcPct val="60000"/>
        </a:spcBef>
        <a:spcAft>
          <a:spcPct val="0"/>
        </a:spcAft>
        <a:defRPr sz="8100">
          <a:solidFill>
            <a:schemeClr val="bg1"/>
          </a:solidFill>
          <a:latin typeface="Rdg Vesta" pitchFamily="2" charset="0"/>
        </a:defRPr>
      </a:lvl4pPr>
      <a:lvl5pPr algn="l" defTabSz="2952750" rtl="0" eaLnBrk="1" fontAlgn="base" hangingPunct="1">
        <a:lnSpc>
          <a:spcPct val="105000"/>
        </a:lnSpc>
        <a:spcBef>
          <a:spcPct val="60000"/>
        </a:spcBef>
        <a:spcAft>
          <a:spcPct val="0"/>
        </a:spcAft>
        <a:defRPr sz="8100">
          <a:solidFill>
            <a:schemeClr val="bg1"/>
          </a:solidFill>
          <a:latin typeface="Rdg Vesta" pitchFamily="2" charset="0"/>
        </a:defRPr>
      </a:lvl5pPr>
      <a:lvl6pPr marL="457200" algn="l" defTabSz="2952750" rtl="0" eaLnBrk="1" fontAlgn="base" hangingPunct="1">
        <a:lnSpc>
          <a:spcPct val="105000"/>
        </a:lnSpc>
        <a:spcBef>
          <a:spcPct val="60000"/>
        </a:spcBef>
        <a:spcAft>
          <a:spcPct val="0"/>
        </a:spcAft>
        <a:defRPr sz="8100">
          <a:solidFill>
            <a:schemeClr val="bg1"/>
          </a:solidFill>
          <a:latin typeface="Rdg Vesta" pitchFamily="2" charset="0"/>
        </a:defRPr>
      </a:lvl6pPr>
      <a:lvl7pPr marL="914400" algn="l" defTabSz="2952750" rtl="0" eaLnBrk="1" fontAlgn="base" hangingPunct="1">
        <a:lnSpc>
          <a:spcPct val="105000"/>
        </a:lnSpc>
        <a:spcBef>
          <a:spcPct val="60000"/>
        </a:spcBef>
        <a:spcAft>
          <a:spcPct val="0"/>
        </a:spcAft>
        <a:defRPr sz="8100">
          <a:solidFill>
            <a:schemeClr val="bg1"/>
          </a:solidFill>
          <a:latin typeface="Rdg Vesta" pitchFamily="2" charset="0"/>
        </a:defRPr>
      </a:lvl7pPr>
      <a:lvl8pPr marL="1371600" algn="l" defTabSz="2952750" rtl="0" eaLnBrk="1" fontAlgn="base" hangingPunct="1">
        <a:lnSpc>
          <a:spcPct val="105000"/>
        </a:lnSpc>
        <a:spcBef>
          <a:spcPct val="60000"/>
        </a:spcBef>
        <a:spcAft>
          <a:spcPct val="0"/>
        </a:spcAft>
        <a:defRPr sz="8100">
          <a:solidFill>
            <a:schemeClr val="bg1"/>
          </a:solidFill>
          <a:latin typeface="Rdg Vesta" pitchFamily="2" charset="0"/>
        </a:defRPr>
      </a:lvl8pPr>
      <a:lvl9pPr marL="1828800" algn="l" defTabSz="2952750" rtl="0" eaLnBrk="1" fontAlgn="base" hangingPunct="1">
        <a:lnSpc>
          <a:spcPct val="105000"/>
        </a:lnSpc>
        <a:spcBef>
          <a:spcPct val="60000"/>
        </a:spcBef>
        <a:spcAft>
          <a:spcPct val="0"/>
        </a:spcAft>
        <a:defRPr sz="8100">
          <a:solidFill>
            <a:schemeClr val="bg1"/>
          </a:solidFill>
          <a:latin typeface="Rdg Vesta" pitchFamily="2" charset="0"/>
        </a:defRPr>
      </a:lvl9pPr>
    </p:titleStyle>
    <p:bodyStyle>
      <a:lvl1pPr marL="455613" indent="-455613" algn="l" defTabSz="2952750" rtl="0" eaLnBrk="1" fontAlgn="base" hangingPunct="1">
        <a:lnSpc>
          <a:spcPct val="125000"/>
        </a:lnSpc>
        <a:spcBef>
          <a:spcPct val="60000"/>
        </a:spcBef>
        <a:spcAft>
          <a:spcPct val="0"/>
        </a:spcAft>
        <a:buClr>
          <a:schemeClr val="tx2"/>
        </a:buClr>
        <a:buChar char="•"/>
        <a:defRPr sz="2600">
          <a:solidFill>
            <a:schemeClr val="tx1"/>
          </a:solidFill>
          <a:latin typeface="Arial" panose="020B0604020202020204" pitchFamily="34" charset="0"/>
          <a:ea typeface="+mn-ea"/>
          <a:cs typeface="Arial" panose="020B0604020202020204" pitchFamily="34" charset="0"/>
        </a:defRPr>
      </a:lvl1pPr>
      <a:lvl2pPr marL="1000125" indent="-457200" algn="l" defTabSz="2952750" rtl="0" eaLnBrk="1" fontAlgn="base" hangingPunct="1">
        <a:lnSpc>
          <a:spcPct val="125000"/>
        </a:lnSpc>
        <a:spcBef>
          <a:spcPct val="40000"/>
        </a:spcBef>
        <a:spcAft>
          <a:spcPct val="0"/>
        </a:spcAft>
        <a:buClr>
          <a:schemeClr val="tx2"/>
        </a:buClr>
        <a:buChar char="•"/>
        <a:defRPr sz="2600">
          <a:solidFill>
            <a:schemeClr val="tx1"/>
          </a:solidFill>
          <a:latin typeface="Arial" panose="020B0604020202020204" pitchFamily="34" charset="0"/>
          <a:cs typeface="Arial" panose="020B0604020202020204" pitchFamily="34" charset="0"/>
        </a:defRPr>
      </a:lvl2pPr>
      <a:lvl3pPr marL="1331913" indent="-342900" algn="l" defTabSz="2952750" rtl="0" eaLnBrk="1" fontAlgn="base" hangingPunct="1">
        <a:lnSpc>
          <a:spcPct val="125000"/>
        </a:lnSpc>
        <a:spcBef>
          <a:spcPct val="30000"/>
        </a:spcBef>
        <a:spcAft>
          <a:spcPct val="0"/>
        </a:spcAft>
        <a:buClr>
          <a:schemeClr val="tx2"/>
        </a:buClr>
        <a:buChar char="•"/>
        <a:defRPr sz="2200">
          <a:solidFill>
            <a:schemeClr val="tx1"/>
          </a:solidFill>
          <a:latin typeface="Arial" panose="020B0604020202020204" pitchFamily="34" charset="0"/>
          <a:cs typeface="Arial" panose="020B0604020202020204" pitchFamily="34" charset="0"/>
        </a:defRPr>
      </a:lvl3pPr>
      <a:lvl4pPr marL="1644650" indent="-301625" algn="l" defTabSz="2952750" rtl="0" eaLnBrk="1" fontAlgn="base" hangingPunct="1">
        <a:lnSpc>
          <a:spcPct val="125000"/>
        </a:lnSpc>
        <a:spcBef>
          <a:spcPct val="40000"/>
        </a:spcBef>
        <a:spcAft>
          <a:spcPct val="0"/>
        </a:spcAft>
        <a:buClr>
          <a:schemeClr val="tx2"/>
        </a:buClr>
        <a:buChar char="•"/>
        <a:defRPr sz="2000">
          <a:solidFill>
            <a:schemeClr val="tx1"/>
          </a:solidFill>
          <a:latin typeface="Arial" panose="020B0604020202020204" pitchFamily="34" charset="0"/>
          <a:cs typeface="Arial" panose="020B0604020202020204" pitchFamily="34" charset="0"/>
        </a:defRPr>
      </a:lvl4pPr>
      <a:lvl5pPr marL="2562225" indent="-738188" algn="l" defTabSz="2952750" rtl="0" eaLnBrk="1" fontAlgn="base" hangingPunct="1">
        <a:lnSpc>
          <a:spcPct val="125000"/>
        </a:lnSpc>
        <a:spcBef>
          <a:spcPct val="60000"/>
        </a:spcBef>
        <a:spcAft>
          <a:spcPct val="0"/>
        </a:spcAft>
        <a:buChar char="»"/>
        <a:defRPr>
          <a:solidFill>
            <a:schemeClr val="tx1"/>
          </a:solidFill>
          <a:latin typeface="+mn-lt"/>
        </a:defRPr>
      </a:lvl5pPr>
      <a:lvl6pPr marL="3019425" indent="-738188" algn="l" defTabSz="2952750" rtl="0" eaLnBrk="1" fontAlgn="base" hangingPunct="1">
        <a:lnSpc>
          <a:spcPct val="125000"/>
        </a:lnSpc>
        <a:spcBef>
          <a:spcPct val="60000"/>
        </a:spcBef>
        <a:spcAft>
          <a:spcPct val="0"/>
        </a:spcAft>
        <a:buChar char="»"/>
        <a:defRPr>
          <a:solidFill>
            <a:schemeClr val="tx1"/>
          </a:solidFill>
          <a:latin typeface="+mn-lt"/>
        </a:defRPr>
      </a:lvl6pPr>
      <a:lvl7pPr marL="3476625" indent="-738188" algn="l" defTabSz="2952750" rtl="0" eaLnBrk="1" fontAlgn="base" hangingPunct="1">
        <a:lnSpc>
          <a:spcPct val="125000"/>
        </a:lnSpc>
        <a:spcBef>
          <a:spcPct val="60000"/>
        </a:spcBef>
        <a:spcAft>
          <a:spcPct val="0"/>
        </a:spcAft>
        <a:buChar char="»"/>
        <a:defRPr>
          <a:solidFill>
            <a:schemeClr val="tx1"/>
          </a:solidFill>
          <a:latin typeface="+mn-lt"/>
        </a:defRPr>
      </a:lvl7pPr>
      <a:lvl8pPr marL="3933825" indent="-738188" algn="l" defTabSz="2952750" rtl="0" eaLnBrk="1" fontAlgn="base" hangingPunct="1">
        <a:lnSpc>
          <a:spcPct val="125000"/>
        </a:lnSpc>
        <a:spcBef>
          <a:spcPct val="60000"/>
        </a:spcBef>
        <a:spcAft>
          <a:spcPct val="0"/>
        </a:spcAft>
        <a:buChar char="»"/>
        <a:defRPr>
          <a:solidFill>
            <a:schemeClr val="tx1"/>
          </a:solidFill>
          <a:latin typeface="+mn-lt"/>
        </a:defRPr>
      </a:lvl8pPr>
      <a:lvl9pPr marL="4391025" indent="-738188" algn="l" defTabSz="2952750" rtl="0" eaLnBrk="1" fontAlgn="base" hangingPunct="1">
        <a:lnSpc>
          <a:spcPct val="125000"/>
        </a:lnSpc>
        <a:spcBef>
          <a:spcPct val="60000"/>
        </a:spcBef>
        <a:spcAft>
          <a:spcPct val="0"/>
        </a:spcAft>
        <a:buChar char="»"/>
        <a:defRPr>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57" name="Rectangle 33"/>
          <p:cNvSpPr>
            <a:spLocks noChangeArrowheads="1"/>
          </p:cNvSpPr>
          <p:nvPr/>
        </p:nvSpPr>
        <p:spPr bwMode="auto">
          <a:xfrm>
            <a:off x="0" y="0"/>
            <a:ext cx="21388388" cy="5168900"/>
          </a:xfrm>
          <a:prstGeom prst="rect">
            <a:avLst/>
          </a:prstGeom>
          <a:solidFill>
            <a:schemeClr val="tx2"/>
          </a:solidFill>
          <a:ln w="9525">
            <a:noFill/>
            <a:miter lim="800000"/>
            <a:headEnd/>
            <a:tailEnd/>
          </a:ln>
        </p:spPr>
        <p:txBody>
          <a:bodyPr wrap="none" anchor="ctr"/>
          <a:lstStyle/>
          <a:p>
            <a:pPr>
              <a:defRPr/>
            </a:pPr>
            <a:endParaRPr lang="en-GB"/>
          </a:p>
        </p:txBody>
      </p:sp>
      <p:sp>
        <p:nvSpPr>
          <p:cNvPr id="1062" name="Text Box 38"/>
          <p:cNvSpPr txBox="1">
            <a:spLocks noChangeArrowheads="1"/>
          </p:cNvSpPr>
          <p:nvPr/>
        </p:nvSpPr>
        <p:spPr bwMode="auto">
          <a:xfrm>
            <a:off x="668338" y="4533900"/>
            <a:ext cx="19962812" cy="545143"/>
          </a:xfrm>
          <a:prstGeom prst="rect">
            <a:avLst/>
          </a:prstGeom>
          <a:solidFill>
            <a:schemeClr val="tx2"/>
          </a:solidFill>
          <a:ln w="9525">
            <a:noFill/>
            <a:miter lim="800000"/>
            <a:headEnd/>
            <a:tailEnd/>
          </a:ln>
        </p:spPr>
        <p:txBody>
          <a:bodyPr lIns="91436" tIns="45717" rIns="91436" bIns="45717">
            <a:spAutoFit/>
          </a:bodyPr>
          <a:lstStyle/>
          <a:p>
            <a:pPr defTabSz="912813" eaLnBrk="0" hangingPunct="0">
              <a:lnSpc>
                <a:spcPct val="110000"/>
              </a:lnSpc>
              <a:defRPr/>
            </a:pPr>
            <a:r>
              <a:rPr lang="en-GB" sz="2900">
                <a:solidFill>
                  <a:srgbClr val="FFFFFF"/>
                </a:solidFill>
                <a:latin typeface="Arial" panose="020B0604020202020204" pitchFamily="34" charset="0"/>
                <a:cs typeface="Arial" panose="020B0604020202020204" pitchFamily="34" charset="0"/>
              </a:rPr>
              <a:t>Author 1   </a:t>
            </a:r>
            <a:r>
              <a:rPr lang="en-GB" sz="2900">
                <a:solidFill>
                  <a:schemeClr val="accent5"/>
                </a:solidFill>
                <a:latin typeface="Arial" panose="020B0604020202020204" pitchFamily="34" charset="0"/>
                <a:cs typeface="Arial" panose="020B0604020202020204" pitchFamily="34" charset="0"/>
              </a:rPr>
              <a:t>|</a:t>
            </a:r>
            <a:r>
              <a:rPr lang="en-GB" sz="2900">
                <a:solidFill>
                  <a:srgbClr val="FFFFFF"/>
                </a:solidFill>
                <a:latin typeface="Arial" panose="020B0604020202020204" pitchFamily="34" charset="0"/>
                <a:cs typeface="Arial" panose="020B0604020202020204" pitchFamily="34" charset="0"/>
              </a:rPr>
              <a:t>   Author 2   </a:t>
            </a:r>
            <a:r>
              <a:rPr lang="en-GB" sz="2900">
                <a:solidFill>
                  <a:schemeClr val="accent5"/>
                </a:solidFill>
                <a:latin typeface="Arial" panose="020B0604020202020204" pitchFamily="34" charset="0"/>
                <a:cs typeface="Arial" panose="020B0604020202020204" pitchFamily="34" charset="0"/>
              </a:rPr>
              <a:t>|</a:t>
            </a:r>
            <a:r>
              <a:rPr lang="en-GB" sz="2900">
                <a:solidFill>
                  <a:srgbClr val="FFFFFF"/>
                </a:solidFill>
                <a:latin typeface="Arial" panose="020B0604020202020204" pitchFamily="34" charset="0"/>
                <a:cs typeface="Arial" panose="020B0604020202020204" pitchFamily="34" charset="0"/>
              </a:rPr>
              <a:t>   Author 3   (edit this list via View &gt; Slide Master)</a:t>
            </a:r>
            <a:endParaRPr lang="en-GB" sz="2000">
              <a:solidFill>
                <a:srgbClr val="FFFFFF"/>
              </a:solidFill>
              <a:latin typeface="Arial" panose="020B0604020202020204" pitchFamily="34" charset="0"/>
              <a:cs typeface="Arial" panose="020B0604020202020204" pitchFamily="34" charset="0"/>
            </a:endParaRPr>
          </a:p>
        </p:txBody>
      </p:sp>
      <p:sp>
        <p:nvSpPr>
          <p:cNvPr id="1028" name="Rectangle 39"/>
          <p:cNvSpPr>
            <a:spLocks noGrp="1" noChangeArrowheads="1"/>
          </p:cNvSpPr>
          <p:nvPr>
            <p:ph type="body" idx="1"/>
          </p:nvPr>
        </p:nvSpPr>
        <p:spPr bwMode="auto">
          <a:xfrm>
            <a:off x="736600" y="5635625"/>
            <a:ext cx="9344025" cy="2383472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lvl="0"/>
            <a:r>
              <a:rPr lang="en-GB"/>
              <a:t>Click to edit Master text styles</a:t>
            </a:r>
          </a:p>
          <a:p>
            <a:pPr lvl="1"/>
            <a:r>
              <a:rPr lang="en-GB"/>
              <a:t>Second level</a:t>
            </a:r>
          </a:p>
          <a:p>
            <a:pPr lvl="2"/>
            <a:r>
              <a:rPr lang="en-GB"/>
              <a:t>Third level</a:t>
            </a:r>
          </a:p>
          <a:p>
            <a:pPr lvl="3"/>
            <a:r>
              <a:rPr lang="en-GB"/>
              <a:t>Fourth level</a:t>
            </a:r>
          </a:p>
        </p:txBody>
      </p:sp>
      <p:pic>
        <p:nvPicPr>
          <p:cNvPr id="1029" name="Picture 34" descr="Rdg Device Reversed"/>
          <p:cNvPicPr>
            <a:picLocks noChangeArrowheads="1"/>
          </p:cNvPicPr>
          <p:nvPr/>
        </p:nvPicPr>
        <p:blipFill>
          <a:blip r:embed="rId3" cstate="print"/>
          <a:srcRect/>
          <a:stretch>
            <a:fillRect/>
          </a:stretch>
        </p:blipFill>
        <p:spPr bwMode="auto">
          <a:xfrm>
            <a:off x="17503775" y="792163"/>
            <a:ext cx="3148013" cy="1019175"/>
          </a:xfrm>
          <a:prstGeom prst="rect">
            <a:avLst/>
          </a:prstGeom>
          <a:noFill/>
          <a:ln w="9525">
            <a:noFill/>
            <a:miter lim="800000"/>
            <a:headEnd/>
            <a:tailEnd/>
          </a:ln>
        </p:spPr>
      </p:pic>
      <p:sp>
        <p:nvSpPr>
          <p:cNvPr id="1030" name="Rectangle 42"/>
          <p:cNvSpPr>
            <a:spLocks noGrp="1" noChangeArrowheads="1"/>
          </p:cNvSpPr>
          <p:nvPr>
            <p:ph type="title"/>
          </p:nvPr>
        </p:nvSpPr>
        <p:spPr bwMode="auto">
          <a:xfrm>
            <a:off x="736600" y="1350963"/>
            <a:ext cx="20131088" cy="298767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p>
            <a:pPr lvl="0"/>
            <a:r>
              <a:rPr lang="en-GB"/>
              <a:t>Click to edit </a:t>
            </a:r>
            <a:br>
              <a:rPr lang="en-GB"/>
            </a:br>
            <a:r>
              <a:rPr lang="en-GB"/>
              <a:t>Master title style</a:t>
            </a:r>
          </a:p>
        </p:txBody>
      </p:sp>
      <p:sp>
        <p:nvSpPr>
          <p:cNvPr id="1061" name="Text Box 37"/>
          <p:cNvSpPr txBox="1">
            <a:spLocks noChangeArrowheads="1"/>
          </p:cNvSpPr>
          <p:nvPr/>
        </p:nvSpPr>
        <p:spPr bwMode="auto">
          <a:xfrm>
            <a:off x="736600" y="792163"/>
            <a:ext cx="10461625" cy="701675"/>
          </a:xfrm>
          <a:prstGeom prst="rect">
            <a:avLst/>
          </a:prstGeom>
          <a:noFill/>
          <a:ln w="9525">
            <a:noFill/>
            <a:miter lim="800000"/>
            <a:headEnd/>
            <a:tailEnd/>
          </a:ln>
        </p:spPr>
        <p:txBody>
          <a:bodyPr lIns="0" tIns="0" rIns="0" bIns="0">
            <a:spAutoFit/>
          </a:bodyPr>
          <a:lstStyle/>
          <a:p>
            <a:pPr defTabSz="912813" eaLnBrk="0" hangingPunct="0">
              <a:spcBef>
                <a:spcPct val="50000"/>
              </a:spcBef>
              <a:defRPr/>
            </a:pPr>
            <a:r>
              <a:rPr lang="en-GB" sz="2300" b="1">
                <a:solidFill>
                  <a:srgbClr val="FFFFFF"/>
                </a:solidFill>
                <a:latin typeface="Arial" panose="020B0604020202020204" pitchFamily="34" charset="0"/>
                <a:cs typeface="Arial" panose="020B0604020202020204" pitchFamily="34" charset="0"/>
              </a:rPr>
              <a:t>Insert your unit name via </a:t>
            </a:r>
            <a:br>
              <a:rPr lang="en-GB" sz="2300" b="1">
                <a:solidFill>
                  <a:srgbClr val="FFFFFF"/>
                </a:solidFill>
                <a:latin typeface="Arial" panose="020B0604020202020204" pitchFamily="34" charset="0"/>
                <a:cs typeface="Arial" panose="020B0604020202020204" pitchFamily="34" charset="0"/>
              </a:rPr>
            </a:br>
            <a:r>
              <a:rPr lang="en-GB" sz="2300" b="1">
                <a:solidFill>
                  <a:srgbClr val="FFFFFF"/>
                </a:solidFill>
                <a:latin typeface="Arial" panose="020B0604020202020204" pitchFamily="34" charset="0"/>
                <a:cs typeface="Arial" panose="020B0604020202020204" pitchFamily="34" charset="0"/>
              </a:rPr>
              <a:t>View &gt; Slide Master</a:t>
            </a:r>
          </a:p>
        </p:txBody>
      </p:sp>
      <p:sp>
        <p:nvSpPr>
          <p:cNvPr id="1067" name="Rectangle 43"/>
          <p:cNvSpPr>
            <a:spLocks noChangeArrowheads="1"/>
          </p:cNvSpPr>
          <p:nvPr/>
        </p:nvSpPr>
        <p:spPr bwMode="auto">
          <a:xfrm>
            <a:off x="0" y="0"/>
            <a:ext cx="21388388" cy="30279975"/>
          </a:xfrm>
          <a:prstGeom prst="rect">
            <a:avLst/>
          </a:prstGeom>
          <a:noFill/>
          <a:ln w="9525">
            <a:solidFill>
              <a:schemeClr val="tx2"/>
            </a:solidFill>
            <a:miter lim="800000"/>
            <a:headEnd/>
            <a:tailEnd/>
          </a:ln>
          <a:effectLst/>
        </p:spPr>
        <p:txBody>
          <a:bodyPr wrap="none" anchor="ctr"/>
          <a:lstStyle/>
          <a:p>
            <a:pPr algn="ctr" defTabSz="2952750">
              <a:defRPr/>
            </a:pPr>
            <a:endParaRPr lang="en-US"/>
          </a:p>
        </p:txBody>
      </p:sp>
    </p:spTree>
    <p:extLst>
      <p:ext uri="{BB962C8B-B14F-4D97-AF65-F5344CB8AC3E}">
        <p14:creationId xmlns:p14="http://schemas.microsoft.com/office/powerpoint/2010/main" val="2523296050"/>
      </p:ext>
    </p:extLst>
  </p:cSld>
  <p:clrMap bg1="lt1" tx1="dk1" bg2="lt2" tx2="dk2" accent1="accent1" accent2="accent2" accent3="accent3" accent4="accent4" accent5="accent5" accent6="accent6" hlink="hlink" folHlink="folHlink"/>
  <p:sldLayoutIdLst>
    <p:sldLayoutId id="2147483669" r:id="rId1"/>
  </p:sldLayoutIdLst>
  <p:txStyles>
    <p:titleStyle>
      <a:lvl1pPr algn="l" defTabSz="2952750" rtl="0" eaLnBrk="1" fontAlgn="base" hangingPunct="1">
        <a:lnSpc>
          <a:spcPct val="105000"/>
        </a:lnSpc>
        <a:spcBef>
          <a:spcPct val="60000"/>
        </a:spcBef>
        <a:spcAft>
          <a:spcPct val="0"/>
        </a:spcAft>
        <a:defRPr sz="8100" b="1">
          <a:solidFill>
            <a:schemeClr val="bg1"/>
          </a:solidFill>
          <a:latin typeface="Arial" panose="020B0604020202020204" pitchFamily="34" charset="0"/>
          <a:ea typeface="+mj-ea"/>
          <a:cs typeface="Arial" panose="020B0604020202020204" pitchFamily="34" charset="0"/>
        </a:defRPr>
      </a:lvl1pPr>
      <a:lvl2pPr algn="l" defTabSz="2952750" rtl="0" eaLnBrk="1" fontAlgn="base" hangingPunct="1">
        <a:lnSpc>
          <a:spcPct val="105000"/>
        </a:lnSpc>
        <a:spcBef>
          <a:spcPct val="60000"/>
        </a:spcBef>
        <a:spcAft>
          <a:spcPct val="0"/>
        </a:spcAft>
        <a:defRPr sz="8100">
          <a:solidFill>
            <a:schemeClr val="bg1"/>
          </a:solidFill>
          <a:latin typeface="Rdg Vesta" pitchFamily="2" charset="0"/>
        </a:defRPr>
      </a:lvl2pPr>
      <a:lvl3pPr algn="l" defTabSz="2952750" rtl="0" eaLnBrk="1" fontAlgn="base" hangingPunct="1">
        <a:lnSpc>
          <a:spcPct val="105000"/>
        </a:lnSpc>
        <a:spcBef>
          <a:spcPct val="60000"/>
        </a:spcBef>
        <a:spcAft>
          <a:spcPct val="0"/>
        </a:spcAft>
        <a:defRPr sz="8100">
          <a:solidFill>
            <a:schemeClr val="bg1"/>
          </a:solidFill>
          <a:latin typeface="Rdg Vesta" pitchFamily="2" charset="0"/>
        </a:defRPr>
      </a:lvl3pPr>
      <a:lvl4pPr algn="l" defTabSz="2952750" rtl="0" eaLnBrk="1" fontAlgn="base" hangingPunct="1">
        <a:lnSpc>
          <a:spcPct val="105000"/>
        </a:lnSpc>
        <a:spcBef>
          <a:spcPct val="60000"/>
        </a:spcBef>
        <a:spcAft>
          <a:spcPct val="0"/>
        </a:spcAft>
        <a:defRPr sz="8100">
          <a:solidFill>
            <a:schemeClr val="bg1"/>
          </a:solidFill>
          <a:latin typeface="Rdg Vesta" pitchFamily="2" charset="0"/>
        </a:defRPr>
      </a:lvl4pPr>
      <a:lvl5pPr algn="l" defTabSz="2952750" rtl="0" eaLnBrk="1" fontAlgn="base" hangingPunct="1">
        <a:lnSpc>
          <a:spcPct val="105000"/>
        </a:lnSpc>
        <a:spcBef>
          <a:spcPct val="60000"/>
        </a:spcBef>
        <a:spcAft>
          <a:spcPct val="0"/>
        </a:spcAft>
        <a:defRPr sz="8100">
          <a:solidFill>
            <a:schemeClr val="bg1"/>
          </a:solidFill>
          <a:latin typeface="Rdg Vesta" pitchFamily="2" charset="0"/>
        </a:defRPr>
      </a:lvl5pPr>
      <a:lvl6pPr marL="457200" algn="l" defTabSz="2952750" rtl="0" eaLnBrk="1" fontAlgn="base" hangingPunct="1">
        <a:lnSpc>
          <a:spcPct val="105000"/>
        </a:lnSpc>
        <a:spcBef>
          <a:spcPct val="60000"/>
        </a:spcBef>
        <a:spcAft>
          <a:spcPct val="0"/>
        </a:spcAft>
        <a:defRPr sz="8100">
          <a:solidFill>
            <a:schemeClr val="bg1"/>
          </a:solidFill>
          <a:latin typeface="Rdg Vesta" pitchFamily="2" charset="0"/>
        </a:defRPr>
      </a:lvl6pPr>
      <a:lvl7pPr marL="914400" algn="l" defTabSz="2952750" rtl="0" eaLnBrk="1" fontAlgn="base" hangingPunct="1">
        <a:lnSpc>
          <a:spcPct val="105000"/>
        </a:lnSpc>
        <a:spcBef>
          <a:spcPct val="60000"/>
        </a:spcBef>
        <a:spcAft>
          <a:spcPct val="0"/>
        </a:spcAft>
        <a:defRPr sz="8100">
          <a:solidFill>
            <a:schemeClr val="bg1"/>
          </a:solidFill>
          <a:latin typeface="Rdg Vesta" pitchFamily="2" charset="0"/>
        </a:defRPr>
      </a:lvl7pPr>
      <a:lvl8pPr marL="1371600" algn="l" defTabSz="2952750" rtl="0" eaLnBrk="1" fontAlgn="base" hangingPunct="1">
        <a:lnSpc>
          <a:spcPct val="105000"/>
        </a:lnSpc>
        <a:spcBef>
          <a:spcPct val="60000"/>
        </a:spcBef>
        <a:spcAft>
          <a:spcPct val="0"/>
        </a:spcAft>
        <a:defRPr sz="8100">
          <a:solidFill>
            <a:schemeClr val="bg1"/>
          </a:solidFill>
          <a:latin typeface="Rdg Vesta" pitchFamily="2" charset="0"/>
        </a:defRPr>
      </a:lvl8pPr>
      <a:lvl9pPr marL="1828800" algn="l" defTabSz="2952750" rtl="0" eaLnBrk="1" fontAlgn="base" hangingPunct="1">
        <a:lnSpc>
          <a:spcPct val="105000"/>
        </a:lnSpc>
        <a:spcBef>
          <a:spcPct val="60000"/>
        </a:spcBef>
        <a:spcAft>
          <a:spcPct val="0"/>
        </a:spcAft>
        <a:defRPr sz="8100">
          <a:solidFill>
            <a:schemeClr val="bg1"/>
          </a:solidFill>
          <a:latin typeface="Rdg Vesta" pitchFamily="2" charset="0"/>
        </a:defRPr>
      </a:lvl9pPr>
    </p:titleStyle>
    <p:bodyStyle>
      <a:lvl1pPr marL="455613" indent="-455613" algn="l" defTabSz="2952750" rtl="0" eaLnBrk="1" fontAlgn="base" hangingPunct="1">
        <a:lnSpc>
          <a:spcPct val="125000"/>
        </a:lnSpc>
        <a:spcBef>
          <a:spcPct val="60000"/>
        </a:spcBef>
        <a:spcAft>
          <a:spcPct val="0"/>
        </a:spcAft>
        <a:buClr>
          <a:schemeClr val="tx2"/>
        </a:buClr>
        <a:buChar char="•"/>
        <a:defRPr sz="2600">
          <a:solidFill>
            <a:schemeClr val="tx1"/>
          </a:solidFill>
          <a:latin typeface="Arial" panose="020B0604020202020204" pitchFamily="34" charset="0"/>
          <a:ea typeface="+mn-ea"/>
          <a:cs typeface="Arial" panose="020B0604020202020204" pitchFamily="34" charset="0"/>
        </a:defRPr>
      </a:lvl1pPr>
      <a:lvl2pPr marL="1000125" indent="-457200" algn="l" defTabSz="2952750" rtl="0" eaLnBrk="1" fontAlgn="base" hangingPunct="1">
        <a:lnSpc>
          <a:spcPct val="125000"/>
        </a:lnSpc>
        <a:spcBef>
          <a:spcPct val="40000"/>
        </a:spcBef>
        <a:spcAft>
          <a:spcPct val="0"/>
        </a:spcAft>
        <a:buClr>
          <a:schemeClr val="tx2"/>
        </a:buClr>
        <a:buChar char="•"/>
        <a:defRPr sz="2600">
          <a:solidFill>
            <a:schemeClr val="tx1"/>
          </a:solidFill>
          <a:latin typeface="Arial" panose="020B0604020202020204" pitchFamily="34" charset="0"/>
          <a:cs typeface="Arial" panose="020B0604020202020204" pitchFamily="34" charset="0"/>
        </a:defRPr>
      </a:lvl2pPr>
      <a:lvl3pPr marL="1331913" indent="-342900" algn="l" defTabSz="2952750" rtl="0" eaLnBrk="1" fontAlgn="base" hangingPunct="1">
        <a:lnSpc>
          <a:spcPct val="125000"/>
        </a:lnSpc>
        <a:spcBef>
          <a:spcPct val="30000"/>
        </a:spcBef>
        <a:spcAft>
          <a:spcPct val="0"/>
        </a:spcAft>
        <a:buClr>
          <a:schemeClr val="tx2"/>
        </a:buClr>
        <a:buChar char="•"/>
        <a:defRPr sz="2200">
          <a:solidFill>
            <a:schemeClr val="tx1"/>
          </a:solidFill>
          <a:latin typeface="Arial" panose="020B0604020202020204" pitchFamily="34" charset="0"/>
          <a:cs typeface="Arial" panose="020B0604020202020204" pitchFamily="34" charset="0"/>
        </a:defRPr>
      </a:lvl3pPr>
      <a:lvl4pPr marL="1644650" indent="-301625" algn="l" defTabSz="2952750" rtl="0" eaLnBrk="1" fontAlgn="base" hangingPunct="1">
        <a:lnSpc>
          <a:spcPct val="125000"/>
        </a:lnSpc>
        <a:spcBef>
          <a:spcPct val="40000"/>
        </a:spcBef>
        <a:spcAft>
          <a:spcPct val="0"/>
        </a:spcAft>
        <a:buClr>
          <a:schemeClr val="tx2"/>
        </a:buClr>
        <a:buChar char="•"/>
        <a:defRPr sz="2000">
          <a:solidFill>
            <a:schemeClr val="tx1"/>
          </a:solidFill>
          <a:latin typeface="Arial" panose="020B0604020202020204" pitchFamily="34" charset="0"/>
          <a:cs typeface="Arial" panose="020B0604020202020204" pitchFamily="34" charset="0"/>
        </a:defRPr>
      </a:lvl4pPr>
      <a:lvl5pPr marL="2562225" indent="-738188" algn="l" defTabSz="2952750" rtl="0" eaLnBrk="1" fontAlgn="base" hangingPunct="1">
        <a:lnSpc>
          <a:spcPct val="125000"/>
        </a:lnSpc>
        <a:spcBef>
          <a:spcPct val="60000"/>
        </a:spcBef>
        <a:spcAft>
          <a:spcPct val="0"/>
        </a:spcAft>
        <a:buChar char="»"/>
        <a:defRPr>
          <a:solidFill>
            <a:schemeClr val="tx1"/>
          </a:solidFill>
          <a:latin typeface="+mn-lt"/>
        </a:defRPr>
      </a:lvl5pPr>
      <a:lvl6pPr marL="3019425" indent="-738188" algn="l" defTabSz="2952750" rtl="0" eaLnBrk="1" fontAlgn="base" hangingPunct="1">
        <a:lnSpc>
          <a:spcPct val="125000"/>
        </a:lnSpc>
        <a:spcBef>
          <a:spcPct val="60000"/>
        </a:spcBef>
        <a:spcAft>
          <a:spcPct val="0"/>
        </a:spcAft>
        <a:buChar char="»"/>
        <a:defRPr>
          <a:solidFill>
            <a:schemeClr val="tx1"/>
          </a:solidFill>
          <a:latin typeface="+mn-lt"/>
        </a:defRPr>
      </a:lvl6pPr>
      <a:lvl7pPr marL="3476625" indent="-738188" algn="l" defTabSz="2952750" rtl="0" eaLnBrk="1" fontAlgn="base" hangingPunct="1">
        <a:lnSpc>
          <a:spcPct val="125000"/>
        </a:lnSpc>
        <a:spcBef>
          <a:spcPct val="60000"/>
        </a:spcBef>
        <a:spcAft>
          <a:spcPct val="0"/>
        </a:spcAft>
        <a:buChar char="»"/>
        <a:defRPr>
          <a:solidFill>
            <a:schemeClr val="tx1"/>
          </a:solidFill>
          <a:latin typeface="+mn-lt"/>
        </a:defRPr>
      </a:lvl7pPr>
      <a:lvl8pPr marL="3933825" indent="-738188" algn="l" defTabSz="2952750" rtl="0" eaLnBrk="1" fontAlgn="base" hangingPunct="1">
        <a:lnSpc>
          <a:spcPct val="125000"/>
        </a:lnSpc>
        <a:spcBef>
          <a:spcPct val="60000"/>
        </a:spcBef>
        <a:spcAft>
          <a:spcPct val="0"/>
        </a:spcAft>
        <a:buChar char="»"/>
        <a:defRPr>
          <a:solidFill>
            <a:schemeClr val="tx1"/>
          </a:solidFill>
          <a:latin typeface="+mn-lt"/>
        </a:defRPr>
      </a:lvl8pPr>
      <a:lvl9pPr marL="4391025" indent="-738188" algn="l" defTabSz="2952750" rtl="0" eaLnBrk="1" fontAlgn="base" hangingPunct="1">
        <a:lnSpc>
          <a:spcPct val="125000"/>
        </a:lnSpc>
        <a:spcBef>
          <a:spcPct val="60000"/>
        </a:spcBef>
        <a:spcAft>
          <a:spcPct val="0"/>
        </a:spcAft>
        <a:buChar char="»"/>
        <a:defRPr>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57" name="Rectangle 33"/>
          <p:cNvSpPr>
            <a:spLocks noChangeArrowheads="1"/>
          </p:cNvSpPr>
          <p:nvPr/>
        </p:nvSpPr>
        <p:spPr bwMode="auto">
          <a:xfrm>
            <a:off x="0" y="0"/>
            <a:ext cx="21388388" cy="5168900"/>
          </a:xfrm>
          <a:prstGeom prst="rect">
            <a:avLst/>
          </a:prstGeom>
          <a:solidFill>
            <a:schemeClr val="tx2"/>
          </a:solidFill>
          <a:ln w="9525">
            <a:noFill/>
            <a:miter lim="800000"/>
            <a:headEnd/>
            <a:tailEnd/>
          </a:ln>
        </p:spPr>
        <p:txBody>
          <a:bodyPr wrap="none" anchor="ctr"/>
          <a:lstStyle/>
          <a:p>
            <a:pPr>
              <a:defRPr/>
            </a:pPr>
            <a:endParaRPr lang="en-GB"/>
          </a:p>
        </p:txBody>
      </p:sp>
      <p:sp>
        <p:nvSpPr>
          <p:cNvPr id="1062" name="Text Box 38"/>
          <p:cNvSpPr txBox="1">
            <a:spLocks noChangeArrowheads="1"/>
          </p:cNvSpPr>
          <p:nvPr/>
        </p:nvSpPr>
        <p:spPr bwMode="auto">
          <a:xfrm>
            <a:off x="668338" y="4533900"/>
            <a:ext cx="19962812" cy="545143"/>
          </a:xfrm>
          <a:prstGeom prst="rect">
            <a:avLst/>
          </a:prstGeom>
          <a:solidFill>
            <a:schemeClr val="tx2"/>
          </a:solidFill>
          <a:ln w="9525">
            <a:noFill/>
            <a:miter lim="800000"/>
            <a:headEnd/>
            <a:tailEnd/>
          </a:ln>
        </p:spPr>
        <p:txBody>
          <a:bodyPr lIns="91436" tIns="45717" rIns="91436" bIns="45717">
            <a:spAutoFit/>
          </a:bodyPr>
          <a:lstStyle/>
          <a:p>
            <a:pPr defTabSz="912813" eaLnBrk="0" hangingPunct="0">
              <a:lnSpc>
                <a:spcPct val="110000"/>
              </a:lnSpc>
              <a:defRPr/>
            </a:pPr>
            <a:r>
              <a:rPr lang="en-GB" sz="2900">
                <a:solidFill>
                  <a:srgbClr val="FFFFFF"/>
                </a:solidFill>
                <a:latin typeface="Arial" panose="020B0604020202020204" pitchFamily="34" charset="0"/>
                <a:cs typeface="Arial" panose="020B0604020202020204" pitchFamily="34" charset="0"/>
              </a:rPr>
              <a:t>Author 1   </a:t>
            </a:r>
            <a:r>
              <a:rPr lang="en-GB" sz="2900">
                <a:solidFill>
                  <a:schemeClr val="accent5"/>
                </a:solidFill>
                <a:latin typeface="Arial" panose="020B0604020202020204" pitchFamily="34" charset="0"/>
                <a:cs typeface="Arial" panose="020B0604020202020204" pitchFamily="34" charset="0"/>
              </a:rPr>
              <a:t>|</a:t>
            </a:r>
            <a:r>
              <a:rPr lang="en-GB" sz="2900">
                <a:solidFill>
                  <a:srgbClr val="FFFFFF"/>
                </a:solidFill>
                <a:latin typeface="Arial" panose="020B0604020202020204" pitchFamily="34" charset="0"/>
                <a:cs typeface="Arial" panose="020B0604020202020204" pitchFamily="34" charset="0"/>
              </a:rPr>
              <a:t>   Author 2   </a:t>
            </a:r>
            <a:r>
              <a:rPr lang="en-GB" sz="2900">
                <a:solidFill>
                  <a:schemeClr val="accent5"/>
                </a:solidFill>
                <a:latin typeface="Arial" panose="020B0604020202020204" pitchFamily="34" charset="0"/>
                <a:cs typeface="Arial" panose="020B0604020202020204" pitchFamily="34" charset="0"/>
              </a:rPr>
              <a:t>|</a:t>
            </a:r>
            <a:r>
              <a:rPr lang="en-GB" sz="2900">
                <a:solidFill>
                  <a:srgbClr val="FFFFFF"/>
                </a:solidFill>
                <a:latin typeface="Arial" panose="020B0604020202020204" pitchFamily="34" charset="0"/>
                <a:cs typeface="Arial" panose="020B0604020202020204" pitchFamily="34" charset="0"/>
              </a:rPr>
              <a:t>   Author 3   (edit this list via View &gt; Slide Master)</a:t>
            </a:r>
            <a:endParaRPr lang="en-GB" sz="2000">
              <a:solidFill>
                <a:srgbClr val="FFFFFF"/>
              </a:solidFill>
              <a:latin typeface="Arial" panose="020B0604020202020204" pitchFamily="34" charset="0"/>
              <a:cs typeface="Arial" panose="020B0604020202020204" pitchFamily="34" charset="0"/>
            </a:endParaRPr>
          </a:p>
        </p:txBody>
      </p:sp>
      <p:sp>
        <p:nvSpPr>
          <p:cNvPr id="1028" name="Rectangle 39"/>
          <p:cNvSpPr>
            <a:spLocks noGrp="1" noChangeArrowheads="1"/>
          </p:cNvSpPr>
          <p:nvPr>
            <p:ph type="body" idx="1"/>
          </p:nvPr>
        </p:nvSpPr>
        <p:spPr bwMode="auto">
          <a:xfrm>
            <a:off x="736600" y="5635625"/>
            <a:ext cx="9344025" cy="2383472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lvl="0"/>
            <a:r>
              <a:rPr lang="en-GB"/>
              <a:t>Click to edit Master text styles</a:t>
            </a:r>
          </a:p>
          <a:p>
            <a:pPr lvl="1"/>
            <a:r>
              <a:rPr lang="en-GB"/>
              <a:t>Second level</a:t>
            </a:r>
          </a:p>
          <a:p>
            <a:pPr lvl="2"/>
            <a:r>
              <a:rPr lang="en-GB"/>
              <a:t>Third level</a:t>
            </a:r>
          </a:p>
          <a:p>
            <a:pPr lvl="3"/>
            <a:r>
              <a:rPr lang="en-GB"/>
              <a:t>Fourth level</a:t>
            </a:r>
          </a:p>
        </p:txBody>
      </p:sp>
      <p:pic>
        <p:nvPicPr>
          <p:cNvPr id="1029" name="Picture 34" descr="Rdg Device Reversed"/>
          <p:cNvPicPr>
            <a:picLocks noChangeArrowheads="1"/>
          </p:cNvPicPr>
          <p:nvPr/>
        </p:nvPicPr>
        <p:blipFill>
          <a:blip r:embed="rId3" cstate="print"/>
          <a:srcRect/>
          <a:stretch>
            <a:fillRect/>
          </a:stretch>
        </p:blipFill>
        <p:spPr bwMode="auto">
          <a:xfrm>
            <a:off x="17503775" y="792163"/>
            <a:ext cx="3148013" cy="1019175"/>
          </a:xfrm>
          <a:prstGeom prst="rect">
            <a:avLst/>
          </a:prstGeom>
          <a:noFill/>
          <a:ln w="9525">
            <a:noFill/>
            <a:miter lim="800000"/>
            <a:headEnd/>
            <a:tailEnd/>
          </a:ln>
        </p:spPr>
      </p:pic>
      <p:sp>
        <p:nvSpPr>
          <p:cNvPr id="1030" name="Rectangle 42"/>
          <p:cNvSpPr>
            <a:spLocks noGrp="1" noChangeArrowheads="1"/>
          </p:cNvSpPr>
          <p:nvPr>
            <p:ph type="title"/>
          </p:nvPr>
        </p:nvSpPr>
        <p:spPr bwMode="auto">
          <a:xfrm>
            <a:off x="736600" y="1350963"/>
            <a:ext cx="20131088" cy="298767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p>
            <a:pPr lvl="0"/>
            <a:r>
              <a:rPr lang="en-GB"/>
              <a:t>Click to edit </a:t>
            </a:r>
            <a:br>
              <a:rPr lang="en-GB"/>
            </a:br>
            <a:r>
              <a:rPr lang="en-GB"/>
              <a:t>Master title style</a:t>
            </a:r>
          </a:p>
        </p:txBody>
      </p:sp>
      <p:sp>
        <p:nvSpPr>
          <p:cNvPr id="1061" name="Text Box 37"/>
          <p:cNvSpPr txBox="1">
            <a:spLocks noChangeArrowheads="1"/>
          </p:cNvSpPr>
          <p:nvPr/>
        </p:nvSpPr>
        <p:spPr bwMode="auto">
          <a:xfrm>
            <a:off x="736600" y="792163"/>
            <a:ext cx="10461625" cy="701675"/>
          </a:xfrm>
          <a:prstGeom prst="rect">
            <a:avLst/>
          </a:prstGeom>
          <a:noFill/>
          <a:ln w="9525">
            <a:noFill/>
            <a:miter lim="800000"/>
            <a:headEnd/>
            <a:tailEnd/>
          </a:ln>
        </p:spPr>
        <p:txBody>
          <a:bodyPr lIns="0" tIns="0" rIns="0" bIns="0">
            <a:spAutoFit/>
          </a:bodyPr>
          <a:lstStyle/>
          <a:p>
            <a:pPr defTabSz="912813" eaLnBrk="0" hangingPunct="0">
              <a:spcBef>
                <a:spcPct val="50000"/>
              </a:spcBef>
              <a:defRPr/>
            </a:pPr>
            <a:r>
              <a:rPr lang="en-GB" sz="2300" b="1">
                <a:solidFill>
                  <a:srgbClr val="FFFFFF"/>
                </a:solidFill>
                <a:latin typeface="Arial" panose="020B0604020202020204" pitchFamily="34" charset="0"/>
                <a:cs typeface="Arial" panose="020B0604020202020204" pitchFamily="34" charset="0"/>
              </a:rPr>
              <a:t>Insert your unit name via </a:t>
            </a:r>
            <a:br>
              <a:rPr lang="en-GB" sz="2300" b="1">
                <a:solidFill>
                  <a:srgbClr val="FFFFFF"/>
                </a:solidFill>
                <a:latin typeface="Arial" panose="020B0604020202020204" pitchFamily="34" charset="0"/>
                <a:cs typeface="Arial" panose="020B0604020202020204" pitchFamily="34" charset="0"/>
              </a:rPr>
            </a:br>
            <a:r>
              <a:rPr lang="en-GB" sz="2300" b="1">
                <a:solidFill>
                  <a:srgbClr val="FFFFFF"/>
                </a:solidFill>
                <a:latin typeface="Arial" panose="020B0604020202020204" pitchFamily="34" charset="0"/>
                <a:cs typeface="Arial" panose="020B0604020202020204" pitchFamily="34" charset="0"/>
              </a:rPr>
              <a:t>View &gt; Slide Master</a:t>
            </a:r>
          </a:p>
        </p:txBody>
      </p:sp>
      <p:sp>
        <p:nvSpPr>
          <p:cNvPr id="1067" name="Rectangle 43"/>
          <p:cNvSpPr>
            <a:spLocks noChangeArrowheads="1"/>
          </p:cNvSpPr>
          <p:nvPr/>
        </p:nvSpPr>
        <p:spPr bwMode="auto">
          <a:xfrm>
            <a:off x="0" y="0"/>
            <a:ext cx="21388388" cy="30279975"/>
          </a:xfrm>
          <a:prstGeom prst="rect">
            <a:avLst/>
          </a:prstGeom>
          <a:noFill/>
          <a:ln w="9525">
            <a:solidFill>
              <a:schemeClr val="tx2"/>
            </a:solidFill>
            <a:miter lim="800000"/>
            <a:headEnd/>
            <a:tailEnd/>
          </a:ln>
          <a:effectLst/>
        </p:spPr>
        <p:txBody>
          <a:bodyPr wrap="none" anchor="ctr"/>
          <a:lstStyle/>
          <a:p>
            <a:pPr algn="ctr" defTabSz="2952750">
              <a:defRPr/>
            </a:pPr>
            <a:endParaRPr lang="en-US"/>
          </a:p>
        </p:txBody>
      </p:sp>
    </p:spTree>
    <p:extLst>
      <p:ext uri="{BB962C8B-B14F-4D97-AF65-F5344CB8AC3E}">
        <p14:creationId xmlns:p14="http://schemas.microsoft.com/office/powerpoint/2010/main" val="635950697"/>
      </p:ext>
    </p:extLst>
  </p:cSld>
  <p:clrMap bg1="lt1" tx1="dk1" bg2="lt2" tx2="dk2" accent1="accent1" accent2="accent2" accent3="accent3" accent4="accent4" accent5="accent5" accent6="accent6" hlink="hlink" folHlink="folHlink"/>
  <p:sldLayoutIdLst>
    <p:sldLayoutId id="2147483673" r:id="rId1"/>
  </p:sldLayoutIdLst>
  <p:txStyles>
    <p:titleStyle>
      <a:lvl1pPr algn="l" defTabSz="2952750" rtl="0" eaLnBrk="1" fontAlgn="base" hangingPunct="1">
        <a:lnSpc>
          <a:spcPct val="105000"/>
        </a:lnSpc>
        <a:spcBef>
          <a:spcPct val="60000"/>
        </a:spcBef>
        <a:spcAft>
          <a:spcPct val="0"/>
        </a:spcAft>
        <a:defRPr sz="8100" b="1">
          <a:solidFill>
            <a:schemeClr val="bg1"/>
          </a:solidFill>
          <a:latin typeface="Arial" panose="020B0604020202020204" pitchFamily="34" charset="0"/>
          <a:ea typeface="+mj-ea"/>
          <a:cs typeface="Arial" panose="020B0604020202020204" pitchFamily="34" charset="0"/>
        </a:defRPr>
      </a:lvl1pPr>
      <a:lvl2pPr algn="l" defTabSz="2952750" rtl="0" eaLnBrk="1" fontAlgn="base" hangingPunct="1">
        <a:lnSpc>
          <a:spcPct val="105000"/>
        </a:lnSpc>
        <a:spcBef>
          <a:spcPct val="60000"/>
        </a:spcBef>
        <a:spcAft>
          <a:spcPct val="0"/>
        </a:spcAft>
        <a:defRPr sz="8100">
          <a:solidFill>
            <a:schemeClr val="bg1"/>
          </a:solidFill>
          <a:latin typeface="Rdg Vesta" pitchFamily="2" charset="0"/>
        </a:defRPr>
      </a:lvl2pPr>
      <a:lvl3pPr algn="l" defTabSz="2952750" rtl="0" eaLnBrk="1" fontAlgn="base" hangingPunct="1">
        <a:lnSpc>
          <a:spcPct val="105000"/>
        </a:lnSpc>
        <a:spcBef>
          <a:spcPct val="60000"/>
        </a:spcBef>
        <a:spcAft>
          <a:spcPct val="0"/>
        </a:spcAft>
        <a:defRPr sz="8100">
          <a:solidFill>
            <a:schemeClr val="bg1"/>
          </a:solidFill>
          <a:latin typeface="Rdg Vesta" pitchFamily="2" charset="0"/>
        </a:defRPr>
      </a:lvl3pPr>
      <a:lvl4pPr algn="l" defTabSz="2952750" rtl="0" eaLnBrk="1" fontAlgn="base" hangingPunct="1">
        <a:lnSpc>
          <a:spcPct val="105000"/>
        </a:lnSpc>
        <a:spcBef>
          <a:spcPct val="60000"/>
        </a:spcBef>
        <a:spcAft>
          <a:spcPct val="0"/>
        </a:spcAft>
        <a:defRPr sz="8100">
          <a:solidFill>
            <a:schemeClr val="bg1"/>
          </a:solidFill>
          <a:latin typeface="Rdg Vesta" pitchFamily="2" charset="0"/>
        </a:defRPr>
      </a:lvl4pPr>
      <a:lvl5pPr algn="l" defTabSz="2952750" rtl="0" eaLnBrk="1" fontAlgn="base" hangingPunct="1">
        <a:lnSpc>
          <a:spcPct val="105000"/>
        </a:lnSpc>
        <a:spcBef>
          <a:spcPct val="60000"/>
        </a:spcBef>
        <a:spcAft>
          <a:spcPct val="0"/>
        </a:spcAft>
        <a:defRPr sz="8100">
          <a:solidFill>
            <a:schemeClr val="bg1"/>
          </a:solidFill>
          <a:latin typeface="Rdg Vesta" pitchFamily="2" charset="0"/>
        </a:defRPr>
      </a:lvl5pPr>
      <a:lvl6pPr marL="457200" algn="l" defTabSz="2952750" rtl="0" eaLnBrk="1" fontAlgn="base" hangingPunct="1">
        <a:lnSpc>
          <a:spcPct val="105000"/>
        </a:lnSpc>
        <a:spcBef>
          <a:spcPct val="60000"/>
        </a:spcBef>
        <a:spcAft>
          <a:spcPct val="0"/>
        </a:spcAft>
        <a:defRPr sz="8100">
          <a:solidFill>
            <a:schemeClr val="bg1"/>
          </a:solidFill>
          <a:latin typeface="Rdg Vesta" pitchFamily="2" charset="0"/>
        </a:defRPr>
      </a:lvl6pPr>
      <a:lvl7pPr marL="914400" algn="l" defTabSz="2952750" rtl="0" eaLnBrk="1" fontAlgn="base" hangingPunct="1">
        <a:lnSpc>
          <a:spcPct val="105000"/>
        </a:lnSpc>
        <a:spcBef>
          <a:spcPct val="60000"/>
        </a:spcBef>
        <a:spcAft>
          <a:spcPct val="0"/>
        </a:spcAft>
        <a:defRPr sz="8100">
          <a:solidFill>
            <a:schemeClr val="bg1"/>
          </a:solidFill>
          <a:latin typeface="Rdg Vesta" pitchFamily="2" charset="0"/>
        </a:defRPr>
      </a:lvl7pPr>
      <a:lvl8pPr marL="1371600" algn="l" defTabSz="2952750" rtl="0" eaLnBrk="1" fontAlgn="base" hangingPunct="1">
        <a:lnSpc>
          <a:spcPct val="105000"/>
        </a:lnSpc>
        <a:spcBef>
          <a:spcPct val="60000"/>
        </a:spcBef>
        <a:spcAft>
          <a:spcPct val="0"/>
        </a:spcAft>
        <a:defRPr sz="8100">
          <a:solidFill>
            <a:schemeClr val="bg1"/>
          </a:solidFill>
          <a:latin typeface="Rdg Vesta" pitchFamily="2" charset="0"/>
        </a:defRPr>
      </a:lvl8pPr>
      <a:lvl9pPr marL="1828800" algn="l" defTabSz="2952750" rtl="0" eaLnBrk="1" fontAlgn="base" hangingPunct="1">
        <a:lnSpc>
          <a:spcPct val="105000"/>
        </a:lnSpc>
        <a:spcBef>
          <a:spcPct val="60000"/>
        </a:spcBef>
        <a:spcAft>
          <a:spcPct val="0"/>
        </a:spcAft>
        <a:defRPr sz="8100">
          <a:solidFill>
            <a:schemeClr val="bg1"/>
          </a:solidFill>
          <a:latin typeface="Rdg Vesta" pitchFamily="2" charset="0"/>
        </a:defRPr>
      </a:lvl9pPr>
    </p:titleStyle>
    <p:bodyStyle>
      <a:lvl1pPr marL="455613" indent="-455613" algn="l" defTabSz="2952750" rtl="0" eaLnBrk="1" fontAlgn="base" hangingPunct="1">
        <a:lnSpc>
          <a:spcPct val="125000"/>
        </a:lnSpc>
        <a:spcBef>
          <a:spcPct val="60000"/>
        </a:spcBef>
        <a:spcAft>
          <a:spcPct val="0"/>
        </a:spcAft>
        <a:buClr>
          <a:schemeClr val="tx2"/>
        </a:buClr>
        <a:buChar char="•"/>
        <a:defRPr sz="2600">
          <a:solidFill>
            <a:schemeClr val="tx1"/>
          </a:solidFill>
          <a:latin typeface="Arial" panose="020B0604020202020204" pitchFamily="34" charset="0"/>
          <a:ea typeface="+mn-ea"/>
          <a:cs typeface="Arial" panose="020B0604020202020204" pitchFamily="34" charset="0"/>
        </a:defRPr>
      </a:lvl1pPr>
      <a:lvl2pPr marL="1000125" indent="-457200" algn="l" defTabSz="2952750" rtl="0" eaLnBrk="1" fontAlgn="base" hangingPunct="1">
        <a:lnSpc>
          <a:spcPct val="125000"/>
        </a:lnSpc>
        <a:spcBef>
          <a:spcPct val="40000"/>
        </a:spcBef>
        <a:spcAft>
          <a:spcPct val="0"/>
        </a:spcAft>
        <a:buClr>
          <a:schemeClr val="tx2"/>
        </a:buClr>
        <a:buChar char="•"/>
        <a:defRPr sz="2600">
          <a:solidFill>
            <a:schemeClr val="tx1"/>
          </a:solidFill>
          <a:latin typeface="Arial" panose="020B0604020202020204" pitchFamily="34" charset="0"/>
          <a:cs typeface="Arial" panose="020B0604020202020204" pitchFamily="34" charset="0"/>
        </a:defRPr>
      </a:lvl2pPr>
      <a:lvl3pPr marL="1331913" indent="-342900" algn="l" defTabSz="2952750" rtl="0" eaLnBrk="1" fontAlgn="base" hangingPunct="1">
        <a:lnSpc>
          <a:spcPct val="125000"/>
        </a:lnSpc>
        <a:spcBef>
          <a:spcPct val="30000"/>
        </a:spcBef>
        <a:spcAft>
          <a:spcPct val="0"/>
        </a:spcAft>
        <a:buClr>
          <a:schemeClr val="tx2"/>
        </a:buClr>
        <a:buChar char="•"/>
        <a:defRPr sz="2200">
          <a:solidFill>
            <a:schemeClr val="tx1"/>
          </a:solidFill>
          <a:latin typeface="Arial" panose="020B0604020202020204" pitchFamily="34" charset="0"/>
          <a:cs typeface="Arial" panose="020B0604020202020204" pitchFamily="34" charset="0"/>
        </a:defRPr>
      </a:lvl3pPr>
      <a:lvl4pPr marL="1644650" indent="-301625" algn="l" defTabSz="2952750" rtl="0" eaLnBrk="1" fontAlgn="base" hangingPunct="1">
        <a:lnSpc>
          <a:spcPct val="125000"/>
        </a:lnSpc>
        <a:spcBef>
          <a:spcPct val="40000"/>
        </a:spcBef>
        <a:spcAft>
          <a:spcPct val="0"/>
        </a:spcAft>
        <a:buClr>
          <a:schemeClr val="tx2"/>
        </a:buClr>
        <a:buChar char="•"/>
        <a:defRPr sz="2000">
          <a:solidFill>
            <a:schemeClr val="tx1"/>
          </a:solidFill>
          <a:latin typeface="Arial" panose="020B0604020202020204" pitchFamily="34" charset="0"/>
          <a:cs typeface="Arial" panose="020B0604020202020204" pitchFamily="34" charset="0"/>
        </a:defRPr>
      </a:lvl4pPr>
      <a:lvl5pPr marL="2562225" indent="-738188" algn="l" defTabSz="2952750" rtl="0" eaLnBrk="1" fontAlgn="base" hangingPunct="1">
        <a:lnSpc>
          <a:spcPct val="125000"/>
        </a:lnSpc>
        <a:spcBef>
          <a:spcPct val="60000"/>
        </a:spcBef>
        <a:spcAft>
          <a:spcPct val="0"/>
        </a:spcAft>
        <a:buChar char="»"/>
        <a:defRPr>
          <a:solidFill>
            <a:schemeClr val="tx1"/>
          </a:solidFill>
          <a:latin typeface="+mn-lt"/>
        </a:defRPr>
      </a:lvl5pPr>
      <a:lvl6pPr marL="3019425" indent="-738188" algn="l" defTabSz="2952750" rtl="0" eaLnBrk="1" fontAlgn="base" hangingPunct="1">
        <a:lnSpc>
          <a:spcPct val="125000"/>
        </a:lnSpc>
        <a:spcBef>
          <a:spcPct val="60000"/>
        </a:spcBef>
        <a:spcAft>
          <a:spcPct val="0"/>
        </a:spcAft>
        <a:buChar char="»"/>
        <a:defRPr>
          <a:solidFill>
            <a:schemeClr val="tx1"/>
          </a:solidFill>
          <a:latin typeface="+mn-lt"/>
        </a:defRPr>
      </a:lvl6pPr>
      <a:lvl7pPr marL="3476625" indent="-738188" algn="l" defTabSz="2952750" rtl="0" eaLnBrk="1" fontAlgn="base" hangingPunct="1">
        <a:lnSpc>
          <a:spcPct val="125000"/>
        </a:lnSpc>
        <a:spcBef>
          <a:spcPct val="60000"/>
        </a:spcBef>
        <a:spcAft>
          <a:spcPct val="0"/>
        </a:spcAft>
        <a:buChar char="»"/>
        <a:defRPr>
          <a:solidFill>
            <a:schemeClr val="tx1"/>
          </a:solidFill>
          <a:latin typeface="+mn-lt"/>
        </a:defRPr>
      </a:lvl7pPr>
      <a:lvl8pPr marL="3933825" indent="-738188" algn="l" defTabSz="2952750" rtl="0" eaLnBrk="1" fontAlgn="base" hangingPunct="1">
        <a:lnSpc>
          <a:spcPct val="125000"/>
        </a:lnSpc>
        <a:spcBef>
          <a:spcPct val="60000"/>
        </a:spcBef>
        <a:spcAft>
          <a:spcPct val="0"/>
        </a:spcAft>
        <a:buChar char="»"/>
        <a:defRPr>
          <a:solidFill>
            <a:schemeClr val="tx1"/>
          </a:solidFill>
          <a:latin typeface="+mn-lt"/>
        </a:defRPr>
      </a:lvl8pPr>
      <a:lvl9pPr marL="4391025" indent="-738188" algn="l" defTabSz="2952750" rtl="0" eaLnBrk="1" fontAlgn="base" hangingPunct="1">
        <a:lnSpc>
          <a:spcPct val="125000"/>
        </a:lnSpc>
        <a:spcBef>
          <a:spcPct val="60000"/>
        </a:spcBef>
        <a:spcAft>
          <a:spcPct val="0"/>
        </a:spcAft>
        <a:buChar char="»"/>
        <a:defRPr>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3124D5-71A3-2738-7A9E-A759FA8BC8C5}"/>
            </a:ext>
          </a:extLst>
        </p:cNvPr>
        <p:cNvGrpSpPr/>
        <p:nvPr/>
      </p:nvGrpSpPr>
      <p:grpSpPr>
        <a:xfrm>
          <a:off x="0" y="0"/>
          <a:ext cx="0" cy="0"/>
          <a:chOff x="0" y="0"/>
          <a:chExt cx="0" cy="0"/>
        </a:xfrm>
      </p:grpSpPr>
      <p:sp>
        <p:nvSpPr>
          <p:cNvPr id="2075" name="Rectangle: Rounded Corners 2074">
            <a:extLst>
              <a:ext uri="{FF2B5EF4-FFF2-40B4-BE49-F238E27FC236}">
                <a16:creationId xmlns:a16="http://schemas.microsoft.com/office/drawing/2014/main" id="{1E20368F-DBA7-8936-CF9A-AB0247D232AC}"/>
              </a:ext>
            </a:extLst>
          </p:cNvPr>
          <p:cNvSpPr/>
          <p:nvPr/>
        </p:nvSpPr>
        <p:spPr bwMode="auto">
          <a:xfrm>
            <a:off x="359999" y="13680014"/>
            <a:ext cx="10191187" cy="14696698"/>
          </a:xfrm>
          <a:prstGeom prst="roundRect">
            <a:avLst/>
          </a:prstGeom>
          <a:solidFill>
            <a:schemeClr val="accent1">
              <a:lumMod val="20000"/>
              <a:lumOff val="80000"/>
            </a:schemeClr>
          </a:solidFill>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vert="horz" wrap="none" lIns="91440" tIns="45720" rIns="91440" bIns="45720" numCol="1" rtlCol="0" anchor="ctr" anchorCtr="0" compatLnSpc="1">
            <a:prstTxWarp prst="textNoShape">
              <a:avLst/>
            </a:prstTxWarp>
          </a:bodyPr>
          <a:lstStyle/>
          <a:p>
            <a:pPr marL="0" marR="0" indent="0" algn="l" defTabSz="2952750" rtl="0" eaLnBrk="1" fontAlgn="base" latinLnBrk="0" hangingPunct="1">
              <a:lnSpc>
                <a:spcPct val="100000"/>
              </a:lnSpc>
              <a:spcBef>
                <a:spcPct val="0"/>
              </a:spcBef>
              <a:spcAft>
                <a:spcPct val="0"/>
              </a:spcAft>
              <a:buClrTx/>
              <a:buSzTx/>
              <a:buFontTx/>
              <a:buNone/>
              <a:tabLst/>
            </a:pPr>
            <a:endParaRPr kumimoji="0" lang="en-GB" sz="1300" b="0" i="0" u="none" strike="noStrike" cap="none" normalizeH="0" baseline="0" dirty="0">
              <a:ln>
                <a:noFill/>
              </a:ln>
              <a:solidFill>
                <a:schemeClr val="tx1"/>
              </a:solidFill>
              <a:effectLst/>
              <a:latin typeface="Rdg Vesta" pitchFamily="2" charset="0"/>
            </a:endParaRPr>
          </a:p>
        </p:txBody>
      </p:sp>
      <p:sp>
        <p:nvSpPr>
          <p:cNvPr id="12" name="Rectangle: Rounded Corners 11">
            <a:extLst>
              <a:ext uri="{FF2B5EF4-FFF2-40B4-BE49-F238E27FC236}">
                <a16:creationId xmlns:a16="http://schemas.microsoft.com/office/drawing/2014/main" id="{504AADB6-2F1A-0737-C6F0-F0FD64F1AD1C}"/>
              </a:ext>
            </a:extLst>
          </p:cNvPr>
          <p:cNvSpPr/>
          <p:nvPr/>
        </p:nvSpPr>
        <p:spPr bwMode="auto">
          <a:xfrm>
            <a:off x="610538" y="28856309"/>
            <a:ext cx="20516266" cy="1331548"/>
          </a:xfrm>
          <a:prstGeom prst="roundRect">
            <a:avLst/>
          </a:prstGeom>
          <a:solidFill>
            <a:schemeClr val="bg2"/>
          </a:solidFill>
          <a:ln w="38100" cap="flat" cmpd="sng" algn="ctr">
            <a:solidFill>
              <a:srgbClr val="106DB6"/>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l" defTabSz="2952750" rtl="0" eaLnBrk="1" fontAlgn="base" latinLnBrk="0" hangingPunct="1">
              <a:lnSpc>
                <a:spcPct val="100000"/>
              </a:lnSpc>
              <a:spcBef>
                <a:spcPct val="0"/>
              </a:spcBef>
              <a:spcAft>
                <a:spcPct val="0"/>
              </a:spcAft>
              <a:buClrTx/>
              <a:buSzTx/>
              <a:buFontTx/>
              <a:buNone/>
              <a:tabLst/>
            </a:pPr>
            <a:endParaRPr kumimoji="0" lang="en-GB" sz="1300" b="0" i="0" u="none" strike="noStrike" cap="none" normalizeH="0" baseline="0" dirty="0">
              <a:ln>
                <a:noFill/>
              </a:ln>
              <a:solidFill>
                <a:schemeClr val="tx1"/>
              </a:solidFill>
              <a:effectLst/>
              <a:latin typeface="Rdg Vesta" pitchFamily="2" charset="0"/>
            </a:endParaRPr>
          </a:p>
        </p:txBody>
      </p:sp>
      <p:cxnSp>
        <p:nvCxnSpPr>
          <p:cNvPr id="5" name="Straight Arrow Connector 4">
            <a:extLst>
              <a:ext uri="{FF2B5EF4-FFF2-40B4-BE49-F238E27FC236}">
                <a16:creationId xmlns:a16="http://schemas.microsoft.com/office/drawing/2014/main" id="{1A07E93A-1285-4DD3-5D6B-07602098D5B6}"/>
              </a:ext>
            </a:extLst>
          </p:cNvPr>
          <p:cNvCxnSpPr>
            <a:cxnSpLocks/>
          </p:cNvCxnSpPr>
          <p:nvPr/>
        </p:nvCxnSpPr>
        <p:spPr bwMode="auto">
          <a:xfrm>
            <a:off x="10379868" y="14309850"/>
            <a:ext cx="924486" cy="948570"/>
          </a:xfrm>
          <a:prstGeom prst="straightConnector1">
            <a:avLst/>
          </a:prstGeom>
          <a:solidFill>
            <a:schemeClr val="tx2"/>
          </a:solidFill>
          <a:ln w="9525" cap="flat" cmpd="sng" algn="ctr">
            <a:noFill/>
            <a:prstDash val="solid"/>
            <a:round/>
            <a:headEnd type="none" w="med" len="med"/>
            <a:tailEnd type="none" w="med" len="med"/>
          </a:ln>
          <a:effectLst/>
        </p:spPr>
      </p:cxnSp>
      <p:sp>
        <p:nvSpPr>
          <p:cNvPr id="42" name="Rectangle: Rounded Corners 41">
            <a:extLst>
              <a:ext uri="{FF2B5EF4-FFF2-40B4-BE49-F238E27FC236}">
                <a16:creationId xmlns:a16="http://schemas.microsoft.com/office/drawing/2014/main" id="{103C6546-5511-437B-6D77-31B9EDCA6E07}"/>
              </a:ext>
            </a:extLst>
          </p:cNvPr>
          <p:cNvSpPr/>
          <p:nvPr/>
        </p:nvSpPr>
        <p:spPr bwMode="auto">
          <a:xfrm>
            <a:off x="1456544" y="13304662"/>
            <a:ext cx="7998096" cy="866038"/>
          </a:xfrm>
          <a:prstGeom prst="roundRect">
            <a:avLst/>
          </a:prstGeom>
          <a:solidFill>
            <a:schemeClr val="tx2">
              <a:lumMod val="75000"/>
            </a:schemeClr>
          </a:solidFill>
          <a:ln>
            <a:headEnd type="none" w="med" len="med"/>
            <a:tailEnd type="none" w="med" len="med"/>
          </a:ln>
        </p:spPr>
        <p:style>
          <a:lnRef idx="0">
            <a:schemeClr val="accent1"/>
          </a:lnRef>
          <a:fillRef idx="3">
            <a:schemeClr val="accent1"/>
          </a:fillRef>
          <a:effectRef idx="3">
            <a:schemeClr val="accent1"/>
          </a:effectRef>
          <a:fontRef idx="minor">
            <a:schemeClr val="lt1"/>
          </a:fontRef>
        </p:style>
        <p:txBody>
          <a:bodyPr vert="horz" wrap="none" lIns="91440" tIns="45720" rIns="91440" bIns="45720" numCol="1" rtlCol="0" anchor="ctr" anchorCtr="0" compatLnSpc="1">
            <a:prstTxWarp prst="textNoShape">
              <a:avLst/>
            </a:prstTxWarp>
          </a:bodyPr>
          <a:lstStyle/>
          <a:p>
            <a:pPr algn="ctr" defTabSz="2952750"/>
            <a:r>
              <a:rPr lang="en-GB" sz="3500" b="1" kern="0" dirty="0">
                <a:solidFill>
                  <a:schemeClr val="bg1"/>
                </a:solidFill>
                <a:latin typeface="Arial"/>
                <a:cs typeface="Arial"/>
              </a:rPr>
              <a:t>Hypersphere State Switching Method</a:t>
            </a:r>
            <a:endParaRPr kumimoji="0" lang="en-GB" sz="3500" b="0" i="0" u="none" strike="noStrike" cap="none" normalizeH="0" baseline="0" dirty="0">
              <a:ln>
                <a:noFill/>
              </a:ln>
              <a:solidFill>
                <a:schemeClr val="bg1"/>
              </a:solidFill>
              <a:effectLst/>
              <a:latin typeface="Rdg Vesta" pitchFamily="2" charset="0"/>
            </a:endParaRPr>
          </a:p>
        </p:txBody>
      </p:sp>
      <p:sp>
        <p:nvSpPr>
          <p:cNvPr id="59" name="Rectangle: Rounded Corners 58">
            <a:extLst>
              <a:ext uri="{FF2B5EF4-FFF2-40B4-BE49-F238E27FC236}">
                <a16:creationId xmlns:a16="http://schemas.microsoft.com/office/drawing/2014/main" id="{B60FE179-D34C-9A58-A198-263BE6258198}"/>
              </a:ext>
            </a:extLst>
          </p:cNvPr>
          <p:cNvSpPr/>
          <p:nvPr/>
        </p:nvSpPr>
        <p:spPr bwMode="auto">
          <a:xfrm>
            <a:off x="1456544" y="28508867"/>
            <a:ext cx="2764975" cy="618683"/>
          </a:xfrm>
          <a:prstGeom prst="roundRect">
            <a:avLst/>
          </a:prstGeom>
          <a:solidFill>
            <a:schemeClr val="tx2">
              <a:lumMod val="75000"/>
            </a:schemeClr>
          </a:solidFill>
          <a:ln>
            <a:headEnd type="none" w="med" len="med"/>
            <a:tailEnd type="none" w="med" len="med"/>
          </a:ln>
        </p:spPr>
        <p:style>
          <a:lnRef idx="0">
            <a:schemeClr val="accent1"/>
          </a:lnRef>
          <a:fillRef idx="3">
            <a:schemeClr val="accent1"/>
          </a:fillRef>
          <a:effectRef idx="3">
            <a:schemeClr val="accent1"/>
          </a:effectRef>
          <a:fontRef idx="minor">
            <a:schemeClr val="lt1"/>
          </a:fontRef>
        </p:style>
        <p:txBody>
          <a:bodyPr vert="horz" wrap="none" lIns="91440" tIns="45720" rIns="91440" bIns="45720" numCol="1" rtlCol="0" anchor="ctr" anchorCtr="0" compatLnSpc="1">
            <a:prstTxWarp prst="textNoShape">
              <a:avLst/>
            </a:prstTxWarp>
          </a:bodyPr>
          <a:lstStyle/>
          <a:p>
            <a:pPr defTabSz="2952750"/>
            <a:r>
              <a:rPr lang="en-GB" sz="3500" b="1" kern="0" dirty="0">
                <a:solidFill>
                  <a:schemeClr val="bg1"/>
                </a:solidFill>
                <a:latin typeface="Arial"/>
                <a:cs typeface="Arial"/>
              </a:rPr>
              <a:t> Conclusion</a:t>
            </a:r>
            <a:endParaRPr lang="en-GB" sz="3500" b="1" i="0" u="none" strike="noStrike" kern="0" cap="none" normalizeH="0" baseline="0" dirty="0">
              <a:ln>
                <a:noFill/>
              </a:ln>
              <a:solidFill>
                <a:schemeClr val="bg1"/>
              </a:solidFill>
              <a:effectLst/>
              <a:latin typeface="Arial"/>
              <a:cs typeface="Arial"/>
            </a:endParaRPr>
          </a:p>
        </p:txBody>
      </p:sp>
      <p:sp>
        <p:nvSpPr>
          <p:cNvPr id="45" name="TextBox 44">
            <a:extLst>
              <a:ext uri="{FF2B5EF4-FFF2-40B4-BE49-F238E27FC236}">
                <a16:creationId xmlns:a16="http://schemas.microsoft.com/office/drawing/2014/main" id="{6C519DA5-2590-3B93-4FA9-9C1CD043585F}"/>
              </a:ext>
            </a:extLst>
          </p:cNvPr>
          <p:cNvSpPr txBox="1"/>
          <p:nvPr/>
        </p:nvSpPr>
        <p:spPr bwMode="auto">
          <a:xfrm>
            <a:off x="14400" y="3837520"/>
            <a:ext cx="21366000" cy="1493176"/>
          </a:xfrm>
          <a:prstGeom prst="rect">
            <a:avLst/>
          </a:prstGeom>
          <a:solidFill>
            <a:schemeClr val="bg1"/>
          </a:solidFill>
          <a:ln w="9525">
            <a:noFill/>
            <a:miter lim="800000"/>
            <a:headEnd/>
            <a:tailEnd/>
          </a:ln>
          <a:effectLst/>
        </p:spPr>
        <p:txBody>
          <a:bodyPr wrap="square" lIns="0" tIns="0" rIns="0" bIns="0" rtlCol="0">
            <a:spAutoFit/>
          </a:bodyPr>
          <a:lstStyle/>
          <a:p>
            <a:pPr marL="455613" indent="-455613" algn="l" defTabSz="2952750" eaLnBrk="0" hangingPunct="0">
              <a:lnSpc>
                <a:spcPct val="105000"/>
              </a:lnSpc>
              <a:spcBef>
                <a:spcPts val="4400"/>
              </a:spcBef>
              <a:spcAft>
                <a:spcPts val="0"/>
              </a:spcAft>
              <a:buClr>
                <a:schemeClr val="tx2"/>
              </a:buClr>
            </a:pPr>
            <a:endParaRPr lang="en-GB" sz="4100" b="1" kern="0" dirty="0">
              <a:solidFill>
                <a:schemeClr val="bg1"/>
              </a:solidFill>
              <a:latin typeface="Arial" panose="020B0604020202020204" pitchFamily="34" charset="0"/>
              <a:cs typeface="Arial" panose="020B0604020202020204" pitchFamily="34" charset="0"/>
            </a:endParaRPr>
          </a:p>
        </p:txBody>
      </p:sp>
      <p:sp>
        <p:nvSpPr>
          <p:cNvPr id="61" name="Rectangle: Rounded Corners 60">
            <a:extLst>
              <a:ext uri="{FF2B5EF4-FFF2-40B4-BE49-F238E27FC236}">
                <a16:creationId xmlns:a16="http://schemas.microsoft.com/office/drawing/2014/main" id="{16257A3F-7950-7045-5951-16E369B9E6B9}"/>
              </a:ext>
            </a:extLst>
          </p:cNvPr>
          <p:cNvSpPr/>
          <p:nvPr/>
        </p:nvSpPr>
        <p:spPr bwMode="auto">
          <a:xfrm>
            <a:off x="10800000" y="13596725"/>
            <a:ext cx="10080000" cy="14729343"/>
          </a:xfrm>
          <a:prstGeom prst="roundRect">
            <a:avLst/>
          </a:prstGeom>
          <a:solidFill>
            <a:schemeClr val="accent1">
              <a:lumMod val="20000"/>
              <a:lumOff val="80000"/>
            </a:schemeClr>
          </a:solidFill>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vert="horz" wrap="none" lIns="91440" tIns="45720" rIns="91440" bIns="45720" numCol="1" rtlCol="0" anchor="ctr" anchorCtr="0" compatLnSpc="1">
            <a:prstTxWarp prst="textNoShape">
              <a:avLst/>
            </a:prstTxWarp>
          </a:bodyPr>
          <a:lstStyle/>
          <a:p>
            <a:pPr marL="0" marR="0" indent="0" algn="l" defTabSz="2952750" rtl="0" eaLnBrk="1" fontAlgn="base" latinLnBrk="0" hangingPunct="1">
              <a:lnSpc>
                <a:spcPct val="100000"/>
              </a:lnSpc>
              <a:spcBef>
                <a:spcPct val="0"/>
              </a:spcBef>
              <a:spcAft>
                <a:spcPct val="0"/>
              </a:spcAft>
              <a:buClrTx/>
              <a:buSzTx/>
              <a:buFontTx/>
              <a:buNone/>
              <a:tabLst/>
            </a:pPr>
            <a:endParaRPr kumimoji="0" lang="en-GB" sz="1300" b="0" i="0" u="none" strike="noStrike" cap="none" normalizeH="0" baseline="0" dirty="0">
              <a:ln>
                <a:noFill/>
              </a:ln>
              <a:solidFill>
                <a:schemeClr val="tx1"/>
              </a:solidFill>
              <a:effectLst/>
              <a:latin typeface="Rdg Vesta" pitchFamily="2" charset="0"/>
            </a:endParaRPr>
          </a:p>
        </p:txBody>
      </p:sp>
      <p:sp>
        <p:nvSpPr>
          <p:cNvPr id="2072" name="Rectangle: Rounded Corners 2071">
            <a:extLst>
              <a:ext uri="{FF2B5EF4-FFF2-40B4-BE49-F238E27FC236}">
                <a16:creationId xmlns:a16="http://schemas.microsoft.com/office/drawing/2014/main" id="{94530128-6ECF-7BA3-E246-EBDA6C132B07}"/>
              </a:ext>
            </a:extLst>
          </p:cNvPr>
          <p:cNvSpPr/>
          <p:nvPr/>
        </p:nvSpPr>
        <p:spPr bwMode="auto">
          <a:xfrm>
            <a:off x="11920354" y="13329788"/>
            <a:ext cx="7839290" cy="815786"/>
          </a:xfrm>
          <a:prstGeom prst="roundRect">
            <a:avLst/>
          </a:prstGeom>
          <a:solidFill>
            <a:schemeClr val="tx2">
              <a:lumMod val="75000"/>
            </a:schemeClr>
          </a:solidFill>
          <a:ln>
            <a:headEnd type="none" w="med" len="med"/>
            <a:tailEnd type="none" w="med" len="med"/>
          </a:ln>
        </p:spPr>
        <p:style>
          <a:lnRef idx="0">
            <a:schemeClr val="accent1"/>
          </a:lnRef>
          <a:fillRef idx="3">
            <a:schemeClr val="accent1"/>
          </a:fillRef>
          <a:effectRef idx="3">
            <a:schemeClr val="accent1"/>
          </a:effectRef>
          <a:fontRef idx="minor">
            <a:schemeClr val="lt1"/>
          </a:fontRef>
        </p:style>
        <p:txBody>
          <a:bodyPr vert="horz" wrap="none" lIns="91440" tIns="45720" rIns="91440" bIns="45720" numCol="1" rtlCol="0" anchor="ctr" anchorCtr="0" compatLnSpc="1">
            <a:prstTxWarp prst="textNoShape">
              <a:avLst/>
            </a:prstTxWarp>
          </a:bodyPr>
          <a:lstStyle/>
          <a:p>
            <a:pPr algn="ctr" defTabSz="2952750"/>
            <a:r>
              <a:rPr lang="en-GB" sz="3500" b="1" kern="0" dirty="0">
                <a:solidFill>
                  <a:schemeClr val="bg1"/>
                </a:solidFill>
                <a:latin typeface="Arial"/>
                <a:cs typeface="Arial"/>
              </a:rPr>
              <a:t>Maximum Velocity Switching Method</a:t>
            </a:r>
            <a:endParaRPr kumimoji="0" lang="en-GB" sz="3500" b="0" i="0" u="none" strike="noStrike" cap="none" normalizeH="0" baseline="0" dirty="0">
              <a:ln>
                <a:noFill/>
              </a:ln>
              <a:solidFill>
                <a:schemeClr val="bg1"/>
              </a:solidFill>
              <a:effectLst/>
              <a:latin typeface="Rdg Vesta" pitchFamily="2" charset="0"/>
            </a:endParaRPr>
          </a:p>
        </p:txBody>
      </p:sp>
      <p:sp>
        <p:nvSpPr>
          <p:cNvPr id="2054" name="TextBox 2053">
            <a:extLst>
              <a:ext uri="{FF2B5EF4-FFF2-40B4-BE49-F238E27FC236}">
                <a16:creationId xmlns:a16="http://schemas.microsoft.com/office/drawing/2014/main" id="{24A121B7-8431-D140-CE3F-E0C621227876}"/>
              </a:ext>
            </a:extLst>
          </p:cNvPr>
          <p:cNvSpPr txBox="1"/>
          <p:nvPr/>
        </p:nvSpPr>
        <p:spPr bwMode="auto">
          <a:xfrm>
            <a:off x="226192" y="3283461"/>
            <a:ext cx="13024129" cy="481222"/>
          </a:xfrm>
          <a:prstGeom prst="rect">
            <a:avLst/>
          </a:prstGeom>
          <a:noFill/>
          <a:ln w="9525">
            <a:noFill/>
            <a:miter lim="800000"/>
            <a:headEnd/>
            <a:tailEnd/>
          </a:ln>
          <a:effectLst/>
        </p:spPr>
        <p:txBody>
          <a:bodyPr wrap="square" lIns="0" tIns="0" rIns="0" bIns="0" rtlCol="0">
            <a:spAutoFit/>
          </a:bodyPr>
          <a:lstStyle/>
          <a:p>
            <a:pPr marL="455613" indent="-455613" algn="l" defTabSz="2952750" eaLnBrk="0" hangingPunct="0">
              <a:lnSpc>
                <a:spcPct val="105000"/>
              </a:lnSpc>
              <a:spcBef>
                <a:spcPts val="4400"/>
              </a:spcBef>
              <a:spcAft>
                <a:spcPts val="0"/>
              </a:spcAft>
              <a:buClr>
                <a:schemeClr val="tx2"/>
              </a:buClr>
            </a:pPr>
            <a:r>
              <a:rPr lang="en-GB" sz="3200" b="1" kern="0" dirty="0">
                <a:solidFill>
                  <a:schemeClr val="bg1"/>
                </a:solidFill>
                <a:latin typeface="Arial" panose="020B0604020202020204" pitchFamily="34" charset="0"/>
                <a:cs typeface="Arial" panose="020B0604020202020204" pitchFamily="34" charset="0"/>
              </a:rPr>
              <a:t>Koray Can YIGIT   |   Ozan TOKATLI   |   William HARWIN</a:t>
            </a:r>
          </a:p>
        </p:txBody>
      </p:sp>
      <p:sp>
        <p:nvSpPr>
          <p:cNvPr id="2080" name="TextBox 2079">
            <a:extLst>
              <a:ext uri="{FF2B5EF4-FFF2-40B4-BE49-F238E27FC236}">
                <a16:creationId xmlns:a16="http://schemas.microsoft.com/office/drawing/2014/main" id="{CE58E0F3-00B0-4C07-DF4A-BE4045932C24}"/>
              </a:ext>
            </a:extLst>
          </p:cNvPr>
          <p:cNvSpPr txBox="1"/>
          <p:nvPr/>
        </p:nvSpPr>
        <p:spPr bwMode="auto">
          <a:xfrm>
            <a:off x="795013" y="29247110"/>
            <a:ext cx="20516265" cy="748666"/>
          </a:xfrm>
          <a:prstGeom prst="rect">
            <a:avLst/>
          </a:prstGeom>
          <a:noFill/>
          <a:ln w="9525">
            <a:noFill/>
            <a:miter lim="800000"/>
            <a:headEnd/>
            <a:tailEnd/>
          </a:ln>
          <a:effectLst/>
        </p:spPr>
        <p:txBody>
          <a:bodyPr wrap="square" lIns="0" tIns="0" rIns="0" bIns="0" rtlCol="0">
            <a:spAutoFit/>
          </a:bodyPr>
          <a:lstStyle/>
          <a:p>
            <a:pPr marL="455613" indent="-455613" defTabSz="2952750" eaLnBrk="0" hangingPunct="0">
              <a:lnSpc>
                <a:spcPct val="105000"/>
              </a:lnSpc>
              <a:spcBef>
                <a:spcPts val="4400"/>
              </a:spcBef>
              <a:spcAft>
                <a:spcPts val="0"/>
              </a:spcAft>
              <a:buClr>
                <a:schemeClr val="tx2"/>
              </a:buClr>
            </a:pPr>
            <a:r>
              <a:rPr lang="en-GB" sz="2400" kern="0" dirty="0">
                <a:solidFill>
                  <a:schemeClr val="tx2"/>
                </a:solidFill>
                <a:latin typeface="Arial" panose="020B0604020202020204" pitchFamily="34" charset="0"/>
                <a:cs typeface="Arial" panose="020B0604020202020204" pitchFamily="34" charset="0"/>
              </a:rPr>
              <a:t>     Experimental results show a significant improvement in trajectory adaptability,  motion smoothness, while exploiting intrinsic dynamic properties of the robot and maintaining stable performance in unstructured environments.</a:t>
            </a:r>
          </a:p>
        </p:txBody>
      </p:sp>
      <p:sp>
        <p:nvSpPr>
          <p:cNvPr id="2089" name="Rectangle 2088">
            <a:extLst>
              <a:ext uri="{FF2B5EF4-FFF2-40B4-BE49-F238E27FC236}">
                <a16:creationId xmlns:a16="http://schemas.microsoft.com/office/drawing/2014/main" id="{F88B21A5-261F-C2DA-7003-E16E1FE80A5A}"/>
              </a:ext>
            </a:extLst>
          </p:cNvPr>
          <p:cNvSpPr/>
          <p:nvPr/>
        </p:nvSpPr>
        <p:spPr bwMode="auto">
          <a:xfrm>
            <a:off x="610538" y="1356852"/>
            <a:ext cx="7501075" cy="884903"/>
          </a:xfrm>
          <a:prstGeom prst="rect">
            <a:avLst/>
          </a:prstGeom>
          <a:solidFill>
            <a:schemeClr val="tx2"/>
          </a:solidFill>
          <a:ln w="9525"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l" defTabSz="2952750" rtl="0" eaLnBrk="1" fontAlgn="base" latinLnBrk="0" hangingPunct="1">
              <a:lnSpc>
                <a:spcPct val="100000"/>
              </a:lnSpc>
              <a:spcBef>
                <a:spcPct val="0"/>
              </a:spcBef>
              <a:spcAft>
                <a:spcPct val="0"/>
              </a:spcAft>
              <a:buClrTx/>
              <a:buSzTx/>
              <a:buFontTx/>
              <a:buNone/>
              <a:tabLst/>
            </a:pPr>
            <a:endParaRPr kumimoji="0" lang="en-GB" sz="1300" b="0" i="0" u="none" strike="noStrike" cap="none" normalizeH="0" baseline="0">
              <a:ln>
                <a:noFill/>
              </a:ln>
              <a:solidFill>
                <a:schemeClr val="tx1"/>
              </a:solidFill>
              <a:effectLst/>
              <a:latin typeface="Rdg Vesta" pitchFamily="2" charset="0"/>
            </a:endParaRPr>
          </a:p>
        </p:txBody>
      </p:sp>
      <p:sp>
        <p:nvSpPr>
          <p:cNvPr id="2053" name="TextBox 2052">
            <a:extLst>
              <a:ext uri="{FF2B5EF4-FFF2-40B4-BE49-F238E27FC236}">
                <a16:creationId xmlns:a16="http://schemas.microsoft.com/office/drawing/2014/main" id="{93FC513B-DC34-8FED-6316-E0CE4A7A620A}"/>
              </a:ext>
            </a:extLst>
          </p:cNvPr>
          <p:cNvSpPr txBox="1"/>
          <p:nvPr/>
        </p:nvSpPr>
        <p:spPr bwMode="auto">
          <a:xfrm>
            <a:off x="4623346" y="656467"/>
            <a:ext cx="11671026" cy="1600438"/>
          </a:xfrm>
          <a:prstGeom prst="rect">
            <a:avLst/>
          </a:prstGeom>
          <a:noFill/>
          <a:ln w="9525">
            <a:noFill/>
            <a:miter lim="800000"/>
            <a:headEnd/>
            <a:tailEnd/>
          </a:ln>
          <a:effectLst/>
        </p:spPr>
        <p:txBody>
          <a:bodyPr wrap="square" lIns="0" tIns="0" rIns="0" bIns="0" rtlCol="0">
            <a:spAutoFit/>
          </a:bodyPr>
          <a:lstStyle/>
          <a:p>
            <a:pPr marL="455613" indent="-455613" algn="ctr" defTabSz="2952750" eaLnBrk="0" hangingPunct="0">
              <a:spcBef>
                <a:spcPts val="4400"/>
              </a:spcBef>
              <a:spcAft>
                <a:spcPts val="0"/>
              </a:spcAft>
              <a:buClr>
                <a:schemeClr val="tx2"/>
              </a:buClr>
            </a:pPr>
            <a:r>
              <a:rPr lang="en-GB" sz="5200" b="1" kern="0" dirty="0">
                <a:solidFill>
                  <a:schemeClr val="bg1"/>
                </a:solidFill>
                <a:latin typeface="Arial" panose="020B0604020202020204" pitchFamily="34" charset="0"/>
                <a:cs typeface="Arial" panose="020B0604020202020204" pitchFamily="34" charset="0"/>
              </a:rPr>
              <a:t>Dynamically Aware Robot Trajectory Generation and Optimisation</a:t>
            </a:r>
          </a:p>
        </p:txBody>
      </p:sp>
      <p:sp>
        <p:nvSpPr>
          <p:cNvPr id="7" name="TextBox 6">
            <a:extLst>
              <a:ext uri="{FF2B5EF4-FFF2-40B4-BE49-F238E27FC236}">
                <a16:creationId xmlns:a16="http://schemas.microsoft.com/office/drawing/2014/main" id="{ECFCD4B0-2F50-6881-B1BF-D80AA94391A7}"/>
              </a:ext>
            </a:extLst>
          </p:cNvPr>
          <p:cNvSpPr txBox="1"/>
          <p:nvPr/>
        </p:nvSpPr>
        <p:spPr bwMode="auto">
          <a:xfrm>
            <a:off x="1087175" y="20331327"/>
            <a:ext cx="8286095" cy="369332"/>
          </a:xfrm>
          <a:prstGeom prst="rect">
            <a:avLst/>
          </a:prstGeom>
          <a:noFill/>
          <a:ln w="9525">
            <a:noFill/>
            <a:miter lim="800000"/>
            <a:headEnd/>
            <a:tailEnd/>
          </a:ln>
          <a:effectLst/>
        </p:spPr>
        <p:txBody>
          <a:bodyPr wrap="square" lIns="0" tIns="0" rIns="0" bIns="0" rtlCol="0" anchor="ctr">
            <a:spAutoFit/>
          </a:bodyPr>
          <a:lstStyle/>
          <a:p>
            <a:pPr marL="455613" indent="-455613" algn="ctr" defTabSz="2952750" eaLnBrk="0" hangingPunct="0">
              <a:spcBef>
                <a:spcPts val="4400"/>
              </a:spcBef>
              <a:spcAft>
                <a:spcPts val="0"/>
              </a:spcAft>
              <a:buClr>
                <a:schemeClr val="tx2"/>
              </a:buClr>
            </a:pPr>
            <a:r>
              <a:rPr lang="en-US" sz="2400" b="1" kern="0" dirty="0">
                <a:solidFill>
                  <a:schemeClr val="tx2"/>
                </a:solidFill>
                <a:latin typeface="Arial" panose="020B0604020202020204" pitchFamily="34" charset="0"/>
                <a:cs typeface="Arial" panose="020B0604020202020204" pitchFamily="34" charset="0"/>
              </a:rPr>
              <a:t>Minimum Distance Table</a:t>
            </a:r>
            <a:endParaRPr lang="en-GB" sz="2400" b="1" kern="0" dirty="0">
              <a:solidFill>
                <a:schemeClr val="tx2"/>
              </a:solidFill>
              <a:latin typeface="Arial" panose="020B0604020202020204" pitchFamily="34" charset="0"/>
              <a:cs typeface="Arial" panose="020B0604020202020204" pitchFamily="34" charset="0"/>
            </a:endParaRPr>
          </a:p>
        </p:txBody>
      </p:sp>
      <p:sp>
        <p:nvSpPr>
          <p:cNvPr id="20" name="TextBox 19">
            <a:extLst>
              <a:ext uri="{FF2B5EF4-FFF2-40B4-BE49-F238E27FC236}">
                <a16:creationId xmlns:a16="http://schemas.microsoft.com/office/drawing/2014/main" id="{E2C40124-BB43-08E9-D4BF-19ECEC2C3041}"/>
              </a:ext>
            </a:extLst>
          </p:cNvPr>
          <p:cNvSpPr txBox="1"/>
          <p:nvPr/>
        </p:nvSpPr>
        <p:spPr bwMode="auto">
          <a:xfrm>
            <a:off x="8635768" y="12778391"/>
            <a:ext cx="10730112" cy="270715"/>
          </a:xfrm>
          <a:prstGeom prst="rect">
            <a:avLst/>
          </a:prstGeom>
          <a:noFill/>
          <a:ln w="9525">
            <a:noFill/>
            <a:miter lim="800000"/>
            <a:headEnd/>
            <a:tailEnd/>
          </a:ln>
          <a:effectLst/>
        </p:spPr>
        <p:txBody>
          <a:bodyPr wrap="square" lIns="0" tIns="0" rIns="0" bIns="0" rtlCol="0">
            <a:spAutoFit/>
          </a:bodyPr>
          <a:lstStyle/>
          <a:p>
            <a:pPr marL="455613" indent="-455613" algn="l" defTabSz="2952750" eaLnBrk="0" hangingPunct="0">
              <a:lnSpc>
                <a:spcPct val="105000"/>
              </a:lnSpc>
              <a:spcBef>
                <a:spcPts val="4400"/>
              </a:spcBef>
              <a:spcAft>
                <a:spcPts val="0"/>
              </a:spcAft>
              <a:buClr>
                <a:schemeClr val="tx2"/>
              </a:buClr>
            </a:pPr>
            <a:r>
              <a:rPr lang="en-US" sz="1800" b="1" kern="0" dirty="0">
                <a:solidFill>
                  <a:schemeClr val="accent1"/>
                </a:solidFill>
                <a:latin typeface="Arial" panose="020B0604020202020204" pitchFamily="34" charset="0"/>
                <a:cs typeface="Arial" panose="020B0604020202020204" pitchFamily="34" charset="0"/>
              </a:rPr>
              <a:t>Figure 1:</a:t>
            </a:r>
            <a:r>
              <a:rPr lang="en-US" sz="1800" kern="0" dirty="0">
                <a:solidFill>
                  <a:schemeClr val="accent1"/>
                </a:solidFill>
                <a:latin typeface="Arial" panose="020B0604020202020204" pitchFamily="34" charset="0"/>
                <a:cs typeface="Arial" panose="020B0604020202020204" pitchFamily="34" charset="0"/>
              </a:rPr>
              <a:t> </a:t>
            </a:r>
            <a:r>
              <a:rPr lang="en-US" sz="1800" i="1" kern="0" dirty="0">
                <a:solidFill>
                  <a:schemeClr val="accent1"/>
                </a:solidFill>
                <a:latin typeface="Arial" panose="020B0604020202020204" pitchFamily="34" charset="0"/>
                <a:cs typeface="Arial" panose="020B0604020202020204" pitchFamily="34" charset="0"/>
              </a:rPr>
              <a:t>Block diagram of the system of hypersphere state switching and maximum velocity switching</a:t>
            </a:r>
            <a:endParaRPr lang="en-GB" sz="1800" i="1" kern="0" dirty="0">
              <a:solidFill>
                <a:schemeClr val="accent1"/>
              </a:solidFill>
              <a:latin typeface="Arial" panose="020B0604020202020204" pitchFamily="34" charset="0"/>
              <a:cs typeface="Arial" panose="020B0604020202020204" pitchFamily="34" charset="0"/>
            </a:endParaRPr>
          </a:p>
        </p:txBody>
      </p:sp>
      <p:sp>
        <p:nvSpPr>
          <p:cNvPr id="24" name="TextBox 23">
            <a:extLst>
              <a:ext uri="{FF2B5EF4-FFF2-40B4-BE49-F238E27FC236}">
                <a16:creationId xmlns:a16="http://schemas.microsoft.com/office/drawing/2014/main" id="{5E5FD1CF-121E-C768-6474-E4F704FDE3EC}"/>
              </a:ext>
            </a:extLst>
          </p:cNvPr>
          <p:cNvSpPr txBox="1"/>
          <p:nvPr/>
        </p:nvSpPr>
        <p:spPr bwMode="auto">
          <a:xfrm>
            <a:off x="1404009" y="27943760"/>
            <a:ext cx="8286095" cy="436723"/>
          </a:xfrm>
          <a:prstGeom prst="rect">
            <a:avLst/>
          </a:prstGeom>
          <a:noFill/>
          <a:ln w="9525">
            <a:noFill/>
            <a:miter lim="800000"/>
            <a:headEnd/>
            <a:tailEnd/>
          </a:ln>
          <a:effectLst/>
        </p:spPr>
        <p:txBody>
          <a:bodyPr wrap="square" lIns="0" tIns="0" rIns="0" bIns="0" rtlCol="0">
            <a:spAutoFit/>
          </a:bodyPr>
          <a:lstStyle/>
          <a:p>
            <a:pPr marL="455613" indent="-455613" algn="l" defTabSz="2952750" eaLnBrk="0" hangingPunct="0">
              <a:lnSpc>
                <a:spcPct val="105000"/>
              </a:lnSpc>
              <a:spcBef>
                <a:spcPts val="4400"/>
              </a:spcBef>
              <a:spcAft>
                <a:spcPts val="0"/>
              </a:spcAft>
              <a:buClr>
                <a:schemeClr val="tx2"/>
              </a:buClr>
            </a:pPr>
            <a:r>
              <a:rPr lang="en-US" sz="1400" b="1" kern="0" dirty="0">
                <a:solidFill>
                  <a:schemeClr val="accent1"/>
                </a:solidFill>
                <a:latin typeface="Arial" panose="020B0604020202020204" pitchFamily="34" charset="0"/>
                <a:cs typeface="Arial" panose="020B0604020202020204" pitchFamily="34" charset="0"/>
              </a:rPr>
              <a:t>Figure 3:</a:t>
            </a:r>
            <a:r>
              <a:rPr lang="en-US" sz="1400" i="1" kern="0" dirty="0">
                <a:solidFill>
                  <a:schemeClr val="accent1"/>
                </a:solidFill>
                <a:latin typeface="Arial" panose="020B0604020202020204" pitchFamily="34" charset="0"/>
                <a:cs typeface="Arial" panose="020B0604020202020204" pitchFamily="34" charset="0"/>
              </a:rPr>
              <a:t> Shows the joint velocities following optimization for the ref, sim and physical robot (x1).  The observed variations result from changes in the section switching and prefilter parameters</a:t>
            </a:r>
            <a:endParaRPr lang="en-GB" sz="1400" i="1" kern="0" dirty="0">
              <a:solidFill>
                <a:schemeClr val="accent1"/>
              </a:solidFill>
              <a:latin typeface="Arial" panose="020B0604020202020204" pitchFamily="34" charset="0"/>
              <a:cs typeface="Arial" panose="020B0604020202020204" pitchFamily="34" charset="0"/>
            </a:endParaRPr>
          </a:p>
        </p:txBody>
      </p:sp>
      <p:sp>
        <p:nvSpPr>
          <p:cNvPr id="26" name="TextBox 25">
            <a:extLst>
              <a:ext uri="{FF2B5EF4-FFF2-40B4-BE49-F238E27FC236}">
                <a16:creationId xmlns:a16="http://schemas.microsoft.com/office/drawing/2014/main" id="{9E3D60BA-647B-93CE-AD51-9D2A35579BBA}"/>
              </a:ext>
            </a:extLst>
          </p:cNvPr>
          <p:cNvSpPr txBox="1"/>
          <p:nvPr/>
        </p:nvSpPr>
        <p:spPr bwMode="auto">
          <a:xfrm>
            <a:off x="11603596" y="19794905"/>
            <a:ext cx="8794908" cy="561564"/>
          </a:xfrm>
          <a:prstGeom prst="rect">
            <a:avLst/>
          </a:prstGeom>
          <a:noFill/>
          <a:ln w="9525">
            <a:noFill/>
            <a:miter lim="800000"/>
            <a:headEnd/>
            <a:tailEnd/>
          </a:ln>
          <a:effectLst/>
        </p:spPr>
        <p:txBody>
          <a:bodyPr wrap="square" lIns="0" tIns="0" rIns="0" bIns="0" rtlCol="0">
            <a:spAutoFit/>
          </a:bodyPr>
          <a:lstStyle/>
          <a:p>
            <a:pPr marL="455613" indent="-455613" algn="ctr" defTabSz="2952750" eaLnBrk="0" hangingPunct="0">
              <a:lnSpc>
                <a:spcPct val="105000"/>
              </a:lnSpc>
              <a:spcBef>
                <a:spcPts val="4400"/>
              </a:spcBef>
              <a:spcAft>
                <a:spcPts val="0"/>
              </a:spcAft>
              <a:buClr>
                <a:schemeClr val="tx2"/>
              </a:buClr>
            </a:pPr>
            <a:r>
              <a:rPr lang="en-US" sz="1800" b="1" kern="0" dirty="0">
                <a:solidFill>
                  <a:schemeClr val="accent1"/>
                </a:solidFill>
                <a:latin typeface="Arial" panose="020B0604020202020204" pitchFamily="34" charset="0"/>
                <a:cs typeface="Arial" panose="020B0604020202020204" pitchFamily="34" charset="0"/>
              </a:rPr>
              <a:t>Figure 4: </a:t>
            </a:r>
            <a:r>
              <a:rPr lang="en-US" sz="1800" i="1" kern="0" dirty="0">
                <a:solidFill>
                  <a:schemeClr val="accent1"/>
                </a:solidFill>
                <a:latin typeface="Arial" panose="020B0604020202020204" pitchFamily="34" charset="0"/>
                <a:cs typeface="Arial" panose="020B0604020202020204" pitchFamily="34" charset="0"/>
              </a:rPr>
              <a:t>Reference, simulation and hardware trajectories, including the home position, target position, control points.</a:t>
            </a:r>
            <a:endParaRPr lang="en-GB" sz="1800" kern="0" dirty="0">
              <a:solidFill>
                <a:schemeClr val="accent1"/>
              </a:solidFill>
              <a:latin typeface="Arial" panose="020B0604020202020204" pitchFamily="34" charset="0"/>
              <a:cs typeface="Arial" panose="020B0604020202020204" pitchFamily="34" charset="0"/>
            </a:endParaRPr>
          </a:p>
        </p:txBody>
      </p:sp>
      <p:sp>
        <p:nvSpPr>
          <p:cNvPr id="27" name="TextBox 26">
            <a:extLst>
              <a:ext uri="{FF2B5EF4-FFF2-40B4-BE49-F238E27FC236}">
                <a16:creationId xmlns:a16="http://schemas.microsoft.com/office/drawing/2014/main" id="{7C522614-49BB-747B-4B0B-90E75247DAA7}"/>
              </a:ext>
            </a:extLst>
          </p:cNvPr>
          <p:cNvSpPr txBox="1"/>
          <p:nvPr/>
        </p:nvSpPr>
        <p:spPr bwMode="auto">
          <a:xfrm>
            <a:off x="12431860" y="27966245"/>
            <a:ext cx="6756025" cy="270715"/>
          </a:xfrm>
          <a:prstGeom prst="rect">
            <a:avLst/>
          </a:prstGeom>
          <a:noFill/>
          <a:ln w="9525">
            <a:noFill/>
            <a:miter lim="800000"/>
            <a:headEnd/>
            <a:tailEnd/>
          </a:ln>
          <a:effectLst/>
        </p:spPr>
        <p:txBody>
          <a:bodyPr wrap="square" lIns="0" tIns="0" rIns="0" bIns="0" rtlCol="0">
            <a:spAutoFit/>
          </a:bodyPr>
          <a:lstStyle/>
          <a:p>
            <a:pPr marL="455613" indent="-455613" algn="l" defTabSz="2952750" eaLnBrk="0" hangingPunct="0">
              <a:lnSpc>
                <a:spcPct val="105000"/>
              </a:lnSpc>
              <a:spcBef>
                <a:spcPts val="4400"/>
              </a:spcBef>
              <a:spcAft>
                <a:spcPts val="0"/>
              </a:spcAft>
              <a:buClr>
                <a:schemeClr val="tx2"/>
              </a:buClr>
            </a:pPr>
            <a:r>
              <a:rPr lang="en-US" sz="1800" b="1" kern="0" dirty="0">
                <a:solidFill>
                  <a:schemeClr val="accent1"/>
                </a:solidFill>
                <a:latin typeface="Arial" panose="020B0604020202020204" pitchFamily="34" charset="0"/>
                <a:cs typeface="Arial" panose="020B0604020202020204" pitchFamily="34" charset="0"/>
              </a:rPr>
              <a:t>Figure 5: </a:t>
            </a:r>
            <a:r>
              <a:rPr lang="en-US" sz="1800" i="1" kern="0" dirty="0">
                <a:solidFill>
                  <a:schemeClr val="accent1"/>
                </a:solidFill>
                <a:latin typeface="Arial" panose="020B0604020202020204" pitchFamily="34" charset="0"/>
                <a:cs typeface="Arial" panose="020B0604020202020204" pitchFamily="34" charset="0"/>
              </a:rPr>
              <a:t>The velocity switches upon reaching its maximum value</a:t>
            </a:r>
            <a:endParaRPr lang="en-GB" sz="1800" i="1" kern="0" dirty="0">
              <a:solidFill>
                <a:schemeClr val="accent1"/>
              </a:solidFill>
              <a:latin typeface="Arial" panose="020B0604020202020204" pitchFamily="34" charset="0"/>
              <a:cs typeface="Arial" panose="020B0604020202020204" pitchFamily="34" charset="0"/>
            </a:endParaRPr>
          </a:p>
        </p:txBody>
      </p:sp>
      <p:sp>
        <p:nvSpPr>
          <p:cNvPr id="2071" name="Rectangle: Rounded Corners 2070">
            <a:extLst>
              <a:ext uri="{FF2B5EF4-FFF2-40B4-BE49-F238E27FC236}">
                <a16:creationId xmlns:a16="http://schemas.microsoft.com/office/drawing/2014/main" id="{25B2263C-15BF-D7F5-4072-BC439515AA37}"/>
              </a:ext>
            </a:extLst>
          </p:cNvPr>
          <p:cNvSpPr/>
          <p:nvPr/>
        </p:nvSpPr>
        <p:spPr bwMode="auto">
          <a:xfrm>
            <a:off x="469915" y="4869855"/>
            <a:ext cx="9560792" cy="3378843"/>
          </a:xfrm>
          <a:prstGeom prst="roundRect">
            <a:avLst/>
          </a:prstGeom>
          <a:solidFill>
            <a:schemeClr val="accent1">
              <a:lumMod val="20000"/>
              <a:lumOff val="80000"/>
            </a:schemeClr>
          </a:solidFill>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vert="horz" wrap="none" lIns="91440" tIns="45720" rIns="91440" bIns="45720" numCol="1" rtlCol="0" anchor="ctr" anchorCtr="0" compatLnSpc="1">
            <a:prstTxWarp prst="textNoShape">
              <a:avLst/>
            </a:prstTxWarp>
          </a:bodyPr>
          <a:lstStyle/>
          <a:p>
            <a:pPr marL="0" marR="0" indent="0" algn="l" defTabSz="2952750" rtl="0" eaLnBrk="1" fontAlgn="base" latinLnBrk="0" hangingPunct="1">
              <a:lnSpc>
                <a:spcPct val="100000"/>
              </a:lnSpc>
              <a:spcBef>
                <a:spcPct val="0"/>
              </a:spcBef>
              <a:spcAft>
                <a:spcPct val="0"/>
              </a:spcAft>
              <a:buClrTx/>
              <a:buSzTx/>
              <a:buFontTx/>
              <a:buNone/>
              <a:tabLst/>
            </a:pPr>
            <a:endParaRPr kumimoji="0" lang="en-GB" sz="1300" b="0" i="0" u="none" strike="noStrike" cap="none" normalizeH="0" baseline="0">
              <a:ln>
                <a:noFill/>
              </a:ln>
              <a:solidFill>
                <a:schemeClr val="tx1"/>
              </a:solidFill>
              <a:effectLst/>
              <a:latin typeface="Rdg Vesta" pitchFamily="2" charset="0"/>
            </a:endParaRPr>
          </a:p>
        </p:txBody>
      </p:sp>
      <p:sp>
        <p:nvSpPr>
          <p:cNvPr id="8" name="Rectangle: Rounded Corners 7">
            <a:extLst>
              <a:ext uri="{FF2B5EF4-FFF2-40B4-BE49-F238E27FC236}">
                <a16:creationId xmlns:a16="http://schemas.microsoft.com/office/drawing/2014/main" id="{852D986B-25EA-5CC7-082D-4BA66D6B293D}"/>
              </a:ext>
            </a:extLst>
          </p:cNvPr>
          <p:cNvSpPr/>
          <p:nvPr/>
        </p:nvSpPr>
        <p:spPr bwMode="auto">
          <a:xfrm>
            <a:off x="360000" y="4686625"/>
            <a:ext cx="9598478" cy="3378843"/>
          </a:xfrm>
          <a:prstGeom prst="roundRect">
            <a:avLst/>
          </a:prstGeom>
          <a:solidFill>
            <a:schemeClr val="bg1"/>
          </a:solidFill>
          <a:ln>
            <a:solidFill>
              <a:schemeClr val="bg1"/>
            </a:solidFill>
            <a:headEnd type="none" w="med" len="med"/>
            <a:tailEnd type="none" w="med" len="med"/>
          </a:ln>
        </p:spPr>
        <p:style>
          <a:lnRef idx="0">
            <a:schemeClr val="accent2"/>
          </a:lnRef>
          <a:fillRef idx="3">
            <a:schemeClr val="accent2"/>
          </a:fillRef>
          <a:effectRef idx="3">
            <a:schemeClr val="accent2"/>
          </a:effectRef>
          <a:fontRef idx="minor">
            <a:schemeClr val="lt1"/>
          </a:fontRef>
        </p:style>
        <p:txBody>
          <a:bodyPr vert="horz" wrap="none" lIns="91440" tIns="45720" rIns="91440" bIns="45720" numCol="1" rtlCol="0" anchor="ctr" anchorCtr="0" compatLnSpc="1">
            <a:prstTxWarp prst="textNoShape">
              <a:avLst/>
            </a:prstTxWarp>
          </a:bodyPr>
          <a:lstStyle/>
          <a:p>
            <a:pPr marL="0" marR="0" indent="0" algn="l" defTabSz="2952750" rtl="0" eaLnBrk="1" fontAlgn="base" latinLnBrk="0" hangingPunct="1">
              <a:lnSpc>
                <a:spcPct val="100000"/>
              </a:lnSpc>
              <a:spcBef>
                <a:spcPct val="0"/>
              </a:spcBef>
              <a:spcAft>
                <a:spcPct val="0"/>
              </a:spcAft>
              <a:buClrTx/>
              <a:buSzTx/>
              <a:buFontTx/>
              <a:buNone/>
              <a:tabLst/>
            </a:pPr>
            <a:endParaRPr kumimoji="0" lang="en-GB" sz="1300" b="0" i="0" u="none" strike="noStrike" cap="none" normalizeH="0" baseline="0" dirty="0">
              <a:ln>
                <a:noFill/>
              </a:ln>
              <a:solidFill>
                <a:schemeClr val="tx1"/>
              </a:solidFill>
              <a:effectLst/>
              <a:latin typeface="Rdg Vesta" pitchFamily="2" charset="0"/>
            </a:endParaRPr>
          </a:p>
        </p:txBody>
      </p:sp>
      <p:sp>
        <p:nvSpPr>
          <p:cNvPr id="14" name="Rectangle 3">
            <a:extLst>
              <a:ext uri="{FF2B5EF4-FFF2-40B4-BE49-F238E27FC236}">
                <a16:creationId xmlns:a16="http://schemas.microsoft.com/office/drawing/2014/main" id="{16280F50-CCF4-8D92-96A6-C1EE5AC24CFE}"/>
              </a:ext>
            </a:extLst>
          </p:cNvPr>
          <p:cNvSpPr>
            <a:spLocks noChangeArrowheads="1"/>
          </p:cNvSpPr>
          <p:nvPr/>
        </p:nvSpPr>
        <p:spPr bwMode="auto">
          <a:xfrm>
            <a:off x="460137" y="5054388"/>
            <a:ext cx="9229967" cy="21852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700" b="0" i="0" u="none" strike="noStrike" cap="none" normalizeH="0" baseline="0" dirty="0">
                <a:ln>
                  <a:noFill/>
                </a:ln>
                <a:solidFill>
                  <a:schemeClr val="tx1"/>
                </a:solidFill>
                <a:effectLst/>
                <a:latin typeface="Arial" panose="020B0604020202020204" pitchFamily="34" charset="0"/>
              </a:rPr>
              <a:t>Trajectory generation is critical to robotic motion planning, yet conventional kinematic methods often ignore robot dynamics, actuator limits, and controller effects, leading to trajectories that are infeasible in practice. </a:t>
            </a:r>
          </a:p>
          <a:p>
            <a:pPr marL="0" marR="0" lvl="0" indent="0" algn="just" defTabSz="914400" rtl="0" eaLnBrk="0" fontAlgn="base" latinLnBrk="0" hangingPunct="0">
              <a:lnSpc>
                <a:spcPct val="100000"/>
              </a:lnSpc>
              <a:spcBef>
                <a:spcPct val="0"/>
              </a:spcBef>
              <a:spcAft>
                <a:spcPct val="0"/>
              </a:spcAft>
              <a:buClrTx/>
              <a:buSzTx/>
              <a:buFontTx/>
              <a:buNone/>
              <a:tabLst/>
            </a:pPr>
            <a:endParaRPr kumimoji="0" lang="en-US" altLang="en-US" sz="1700" b="0" i="0" u="none" strike="noStrike" cap="none" normalizeH="0" baseline="0" dirty="0">
              <a:ln>
                <a:noFill/>
              </a:ln>
              <a:solidFill>
                <a:schemeClr val="tx1"/>
              </a:solidFill>
              <a:effectLst/>
              <a:latin typeface="Arial" panose="020B0604020202020204" pitchFamily="34" charset="0"/>
            </a:endParaRP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700" b="0" i="0" u="none" strike="noStrike" cap="none" normalizeH="0" baseline="0" dirty="0">
                <a:ln>
                  <a:noFill/>
                </a:ln>
                <a:solidFill>
                  <a:schemeClr val="tx1"/>
                </a:solidFill>
                <a:effectLst/>
                <a:latin typeface="Arial" panose="020B0604020202020204" pitchFamily="34" charset="0"/>
              </a:rPr>
              <a:t>This work proposes a </a:t>
            </a:r>
            <a:r>
              <a:rPr kumimoji="0" lang="en-US" altLang="en-US" sz="1700" b="1" i="0" u="none" strike="noStrike" cap="none" normalizeH="0" baseline="0" dirty="0">
                <a:ln>
                  <a:noFill/>
                </a:ln>
                <a:solidFill>
                  <a:schemeClr val="tx1"/>
                </a:solidFill>
                <a:effectLst/>
                <a:latin typeface="Arial" panose="020B0604020202020204" pitchFamily="34" charset="0"/>
              </a:rPr>
              <a:t>dynamics-aware relaxed trajectory</a:t>
            </a:r>
            <a:r>
              <a:rPr kumimoji="0" lang="en-US" altLang="en-US" sz="1700" b="0" i="0" u="none" strike="noStrike" cap="none" normalizeH="0" baseline="0" dirty="0">
                <a:ln>
                  <a:noFill/>
                </a:ln>
                <a:solidFill>
                  <a:schemeClr val="tx1"/>
                </a:solidFill>
                <a:effectLst/>
                <a:latin typeface="Arial" panose="020B0604020202020204" pitchFamily="34" charset="0"/>
              </a:rPr>
              <a:t> optimization framework that explicitly incorporates robot dynamics, actuator constraints, prefilter, and PD control into trajectory generation. The method simultaneously optimizes and deforms trajectories to ensure dynamic feasibility while enabling controlled trajectory ‘speed-up’ .</a:t>
            </a:r>
          </a:p>
        </p:txBody>
      </p:sp>
      <p:sp>
        <p:nvSpPr>
          <p:cNvPr id="11" name="Rectangle: Rounded Corners 10">
            <a:extLst>
              <a:ext uri="{FF2B5EF4-FFF2-40B4-BE49-F238E27FC236}">
                <a16:creationId xmlns:a16="http://schemas.microsoft.com/office/drawing/2014/main" id="{B9B3C23A-9D39-DEB5-CD2D-6045FDB68768}"/>
              </a:ext>
            </a:extLst>
          </p:cNvPr>
          <p:cNvSpPr/>
          <p:nvPr/>
        </p:nvSpPr>
        <p:spPr bwMode="auto">
          <a:xfrm>
            <a:off x="3526222" y="4153753"/>
            <a:ext cx="3408006" cy="713870"/>
          </a:xfrm>
          <a:prstGeom prst="roundRect">
            <a:avLst/>
          </a:prstGeom>
          <a:solidFill>
            <a:schemeClr val="tx2">
              <a:lumMod val="75000"/>
            </a:schemeClr>
          </a:solidFill>
          <a:ln>
            <a:headEnd type="none" w="med" len="med"/>
            <a:tailEnd type="none" w="med" len="med"/>
          </a:ln>
        </p:spPr>
        <p:style>
          <a:lnRef idx="0">
            <a:schemeClr val="accent1"/>
          </a:lnRef>
          <a:fillRef idx="3">
            <a:schemeClr val="accent1"/>
          </a:fillRef>
          <a:effectRef idx="3">
            <a:schemeClr val="accent1"/>
          </a:effectRef>
          <a:fontRef idx="minor">
            <a:schemeClr val="lt1"/>
          </a:fontRef>
        </p:style>
        <p:txBody>
          <a:bodyPr vert="horz" wrap="none" lIns="91440" tIns="45720" rIns="91440" bIns="45720" numCol="1" rtlCol="0" anchor="ctr" anchorCtr="0" compatLnSpc="1">
            <a:prstTxWarp prst="textNoShape">
              <a:avLst/>
            </a:prstTxWarp>
          </a:bodyPr>
          <a:lstStyle/>
          <a:p>
            <a:pPr marL="0" marR="0" indent="0" algn="l" defTabSz="2952750" rtl="0" eaLnBrk="1" fontAlgn="base" latinLnBrk="0" hangingPunct="1">
              <a:lnSpc>
                <a:spcPct val="100000"/>
              </a:lnSpc>
              <a:spcBef>
                <a:spcPct val="0"/>
              </a:spcBef>
              <a:spcAft>
                <a:spcPct val="0"/>
              </a:spcAft>
              <a:buClrTx/>
              <a:buSzTx/>
              <a:buFontTx/>
              <a:buNone/>
              <a:tabLst/>
            </a:pPr>
            <a:r>
              <a:rPr lang="en-GB" sz="3500" b="1" kern="0" dirty="0">
                <a:solidFill>
                  <a:srgbClr val="FF0000"/>
                </a:solidFill>
                <a:latin typeface="Arial"/>
                <a:cs typeface="Arial"/>
              </a:rPr>
              <a:t>  </a:t>
            </a:r>
            <a:r>
              <a:rPr lang="en-GB" sz="3500" b="1" kern="0" dirty="0">
                <a:solidFill>
                  <a:schemeClr val="bg1"/>
                </a:solidFill>
                <a:latin typeface="Arial"/>
                <a:cs typeface="Arial"/>
              </a:rPr>
              <a:t>Introduction</a:t>
            </a:r>
            <a:endParaRPr kumimoji="0" lang="en-GB" sz="3500" b="0" i="0" u="none" strike="noStrike" cap="none" normalizeH="0" baseline="0" dirty="0">
              <a:ln>
                <a:noFill/>
              </a:ln>
              <a:solidFill>
                <a:schemeClr val="bg1"/>
              </a:solidFill>
              <a:effectLst/>
              <a:latin typeface="Arial"/>
              <a:cs typeface="Arial"/>
            </a:endParaRPr>
          </a:p>
        </p:txBody>
      </p:sp>
      <p:sp>
        <p:nvSpPr>
          <p:cNvPr id="2073" name="Rectangle: Rounded Corners 2072">
            <a:extLst>
              <a:ext uri="{FF2B5EF4-FFF2-40B4-BE49-F238E27FC236}">
                <a16:creationId xmlns:a16="http://schemas.microsoft.com/office/drawing/2014/main" id="{516F6D98-168B-8D45-FAF1-031061D99010}"/>
              </a:ext>
            </a:extLst>
          </p:cNvPr>
          <p:cNvSpPr/>
          <p:nvPr/>
        </p:nvSpPr>
        <p:spPr bwMode="auto">
          <a:xfrm>
            <a:off x="10799999" y="4811466"/>
            <a:ext cx="10080000" cy="3437232"/>
          </a:xfrm>
          <a:prstGeom prst="roundRect">
            <a:avLst/>
          </a:prstGeom>
          <a:solidFill>
            <a:schemeClr val="accent1">
              <a:lumMod val="20000"/>
              <a:lumOff val="80000"/>
            </a:schemeClr>
          </a:solidFill>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vert="horz" wrap="none" lIns="91440" tIns="45720" rIns="91440" bIns="45720" numCol="1" rtlCol="0" anchor="ctr" anchorCtr="0" compatLnSpc="1">
            <a:prstTxWarp prst="textNoShape">
              <a:avLst/>
            </a:prstTxWarp>
          </a:bodyPr>
          <a:lstStyle/>
          <a:p>
            <a:pPr marL="0" marR="0" indent="0" algn="l" defTabSz="2952750" rtl="0" eaLnBrk="1" fontAlgn="base" latinLnBrk="0" hangingPunct="1">
              <a:lnSpc>
                <a:spcPct val="100000"/>
              </a:lnSpc>
              <a:spcBef>
                <a:spcPct val="0"/>
              </a:spcBef>
              <a:spcAft>
                <a:spcPct val="0"/>
              </a:spcAft>
              <a:buClrTx/>
              <a:buSzTx/>
              <a:buFontTx/>
              <a:buNone/>
              <a:tabLst/>
            </a:pPr>
            <a:endParaRPr kumimoji="0" lang="en-GB" sz="1300" b="0" i="0" u="none" strike="noStrike" cap="none" normalizeH="0" baseline="0" dirty="0">
              <a:ln>
                <a:noFill/>
              </a:ln>
              <a:solidFill>
                <a:schemeClr val="tx1"/>
              </a:solidFill>
              <a:effectLst/>
              <a:latin typeface="Rdg Vesta" pitchFamily="2" charset="0"/>
            </a:endParaRPr>
          </a:p>
        </p:txBody>
      </p:sp>
      <p:sp>
        <p:nvSpPr>
          <p:cNvPr id="2069" name="Rectangle: Rounded Corners 2068">
            <a:extLst>
              <a:ext uri="{FF2B5EF4-FFF2-40B4-BE49-F238E27FC236}">
                <a16:creationId xmlns:a16="http://schemas.microsoft.com/office/drawing/2014/main" id="{3FA35535-70CF-A41F-2B9B-FE75FAD3CCE8}"/>
              </a:ext>
            </a:extLst>
          </p:cNvPr>
          <p:cNvSpPr/>
          <p:nvPr/>
        </p:nvSpPr>
        <p:spPr bwMode="auto">
          <a:xfrm>
            <a:off x="10588389" y="4604632"/>
            <a:ext cx="10080000" cy="3437232"/>
          </a:xfrm>
          <a:prstGeom prst="roundRect">
            <a:avLst/>
          </a:prstGeom>
          <a:solidFill>
            <a:schemeClr val="bg1"/>
          </a:solidFill>
          <a:ln>
            <a:solidFill>
              <a:schemeClr val="bg1"/>
            </a:solidFill>
            <a:headEnd type="none" w="med" len="med"/>
            <a:tailEnd type="none" w="med" len="med"/>
          </a:ln>
        </p:spPr>
        <p:style>
          <a:lnRef idx="0">
            <a:schemeClr val="accent2"/>
          </a:lnRef>
          <a:fillRef idx="3">
            <a:schemeClr val="accent2"/>
          </a:fillRef>
          <a:effectRef idx="3">
            <a:schemeClr val="accent2"/>
          </a:effectRef>
          <a:fontRef idx="minor">
            <a:schemeClr val="lt1"/>
          </a:fontRef>
        </p:style>
        <p:txBody>
          <a:bodyPr vert="horz" wrap="none" lIns="91440" tIns="45720" rIns="91440" bIns="45720" numCol="1" rtlCol="0" anchor="ctr" anchorCtr="0" compatLnSpc="1">
            <a:prstTxWarp prst="textNoShape">
              <a:avLst/>
            </a:prstTxWarp>
          </a:bodyPr>
          <a:lstStyle/>
          <a:p>
            <a:pPr defTabSz="2952750"/>
            <a:r>
              <a:rPr lang="en-US" dirty="0"/>
              <a:t>The proposed </a:t>
            </a:r>
            <a:r>
              <a:rPr lang="en-US" b="1" dirty="0"/>
              <a:t>relaxed trajectory</a:t>
            </a:r>
            <a:r>
              <a:rPr lang="en-US" dirty="0"/>
              <a:t> method embeds the robot’s full closed-loop dynamics directly into the trajectory generation process.</a:t>
            </a:r>
            <a:endParaRPr kumimoji="0" lang="en-GB" sz="1300" b="0" i="0" u="none" strike="noStrike" cap="none" normalizeH="0" baseline="0" dirty="0">
              <a:ln>
                <a:noFill/>
              </a:ln>
              <a:solidFill>
                <a:schemeClr val="tx1"/>
              </a:solidFill>
              <a:effectLst/>
              <a:latin typeface="Rdg Vesta" pitchFamily="2" charset="0"/>
            </a:endParaRPr>
          </a:p>
        </p:txBody>
      </p:sp>
      <p:sp>
        <p:nvSpPr>
          <p:cNvPr id="15" name="Rectangle: Rounded Corners 14">
            <a:extLst>
              <a:ext uri="{FF2B5EF4-FFF2-40B4-BE49-F238E27FC236}">
                <a16:creationId xmlns:a16="http://schemas.microsoft.com/office/drawing/2014/main" id="{17411C70-E478-4D4C-BB3B-F38F5FC330C5}"/>
              </a:ext>
            </a:extLst>
          </p:cNvPr>
          <p:cNvSpPr/>
          <p:nvPr/>
        </p:nvSpPr>
        <p:spPr bwMode="auto">
          <a:xfrm>
            <a:off x="13152305" y="4086586"/>
            <a:ext cx="5586319" cy="713870"/>
          </a:xfrm>
          <a:prstGeom prst="roundRect">
            <a:avLst/>
          </a:prstGeom>
          <a:solidFill>
            <a:schemeClr val="accent1">
              <a:lumMod val="50000"/>
            </a:schemeClr>
          </a:solidFill>
          <a:ln>
            <a:headEnd type="none" w="med" len="med"/>
            <a:tailEnd type="none" w="med" len="med"/>
          </a:ln>
        </p:spPr>
        <p:style>
          <a:lnRef idx="0">
            <a:schemeClr val="accent1"/>
          </a:lnRef>
          <a:fillRef idx="3">
            <a:schemeClr val="accent1"/>
          </a:fillRef>
          <a:effectRef idx="3">
            <a:schemeClr val="accent1"/>
          </a:effectRef>
          <a:fontRef idx="minor">
            <a:schemeClr val="lt1"/>
          </a:fontRef>
        </p:style>
        <p:txBody>
          <a:bodyPr vert="horz" wrap="none" lIns="91440" tIns="45720" rIns="91440" bIns="45720" numCol="1" rtlCol="0" anchor="ctr" anchorCtr="0" compatLnSpc="1">
            <a:prstTxWarp prst="textNoShape">
              <a:avLst/>
            </a:prstTxWarp>
          </a:bodyPr>
          <a:lstStyle/>
          <a:p>
            <a:pPr marL="0" marR="0" indent="0" algn="l" defTabSz="2952750" rtl="0" eaLnBrk="1" fontAlgn="base" latinLnBrk="0" hangingPunct="1">
              <a:lnSpc>
                <a:spcPct val="100000"/>
              </a:lnSpc>
              <a:spcBef>
                <a:spcPct val="0"/>
              </a:spcBef>
              <a:spcAft>
                <a:spcPct val="0"/>
              </a:spcAft>
              <a:buClrTx/>
              <a:buSzTx/>
              <a:buFontTx/>
              <a:buNone/>
              <a:tabLst/>
            </a:pPr>
            <a:r>
              <a:rPr lang="en-GB" sz="3500" b="1" kern="0" dirty="0">
                <a:solidFill>
                  <a:schemeClr val="bg1"/>
                </a:solidFill>
                <a:latin typeface="Arial" panose="020B0604020202020204" pitchFamily="34" charset="0"/>
                <a:cs typeface="Arial" panose="020B0604020202020204" pitchFamily="34" charset="0"/>
              </a:rPr>
              <a:t>Methods and Advantages</a:t>
            </a:r>
            <a:endParaRPr kumimoji="0" lang="en-GB" sz="3500" b="0" i="0" u="none" strike="noStrike" cap="none" normalizeH="0" baseline="0" dirty="0">
              <a:ln>
                <a:noFill/>
              </a:ln>
              <a:solidFill>
                <a:schemeClr val="bg1"/>
              </a:solidFill>
              <a:effectLst/>
              <a:latin typeface="Rdg Vesta" pitchFamily="2" charset="0"/>
            </a:endParaRPr>
          </a:p>
        </p:txBody>
      </p:sp>
      <p:sp>
        <p:nvSpPr>
          <p:cNvPr id="19" name="Rectangle 3">
            <a:extLst>
              <a:ext uri="{FF2B5EF4-FFF2-40B4-BE49-F238E27FC236}">
                <a16:creationId xmlns:a16="http://schemas.microsoft.com/office/drawing/2014/main" id="{D21339E6-82EE-9332-6939-1968A1C26E35}"/>
              </a:ext>
            </a:extLst>
          </p:cNvPr>
          <p:cNvSpPr>
            <a:spLocks noChangeArrowheads="1"/>
          </p:cNvSpPr>
          <p:nvPr/>
        </p:nvSpPr>
        <p:spPr bwMode="auto">
          <a:xfrm>
            <a:off x="10940329" y="4987646"/>
            <a:ext cx="9498341" cy="29700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eaLnBrk="0" hangingPunct="0"/>
            <a:r>
              <a:rPr lang="en-US" sz="1700" dirty="0">
                <a:latin typeface="+mj-lt"/>
              </a:rPr>
              <a:t>The proposed </a:t>
            </a:r>
            <a:r>
              <a:rPr lang="en-US" sz="1700" b="1" dirty="0">
                <a:latin typeface="+mj-lt"/>
              </a:rPr>
              <a:t>relaxed trajectory</a:t>
            </a:r>
            <a:r>
              <a:rPr lang="en-US" sz="1700" dirty="0">
                <a:latin typeface="+mj-lt"/>
              </a:rPr>
              <a:t> method embeds the robot’s full closed-loop dynamics directly into the trajectory generation process.</a:t>
            </a:r>
          </a:p>
          <a:p>
            <a:pPr lvl="0" algn="just" eaLnBrk="0" hangingPunct="0"/>
            <a:r>
              <a:rPr lang="en-US" sz="1700" dirty="0">
                <a:latin typeface="+mj-lt"/>
              </a:rPr>
              <a:t>Trajectory generation is performed using either </a:t>
            </a:r>
            <a:r>
              <a:rPr lang="en-US" sz="1700" b="1" dirty="0">
                <a:latin typeface="+mj-lt"/>
              </a:rPr>
              <a:t>hypersphere state switching</a:t>
            </a:r>
            <a:r>
              <a:rPr lang="en-US" sz="1700" dirty="0">
                <a:latin typeface="+mj-lt"/>
              </a:rPr>
              <a:t> or </a:t>
            </a:r>
            <a:r>
              <a:rPr lang="en-US" sz="1700" b="1" dirty="0">
                <a:latin typeface="+mj-lt"/>
              </a:rPr>
              <a:t>maximum-velocity switching</a:t>
            </a:r>
            <a:r>
              <a:rPr lang="en-US" sz="1700" dirty="0">
                <a:latin typeface="+mj-lt"/>
              </a:rPr>
              <a:t>, which regulate state transitions in joint space while preserving Cartesian path constraints</a:t>
            </a:r>
            <a:endParaRPr kumimoji="0" lang="en-US" altLang="en-US" sz="1700" b="0" i="0" u="none" strike="noStrike" cap="none" normalizeH="0" baseline="0" dirty="0">
              <a:ln>
                <a:noFill/>
              </a:ln>
              <a:solidFill>
                <a:schemeClr val="tx1"/>
              </a:solidFill>
              <a:effectLst/>
              <a:latin typeface="+mj-lt"/>
            </a:endParaRP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700" b="0" i="0" u="none" strike="noStrike" cap="none" normalizeH="0" baseline="0" dirty="0">
                <a:ln>
                  <a:noFill/>
                </a:ln>
                <a:solidFill>
                  <a:schemeClr val="tx1"/>
                </a:solidFill>
                <a:effectLst/>
                <a:latin typeface="+mj-lt"/>
              </a:rPr>
              <a:t>The advantages:</a:t>
            </a:r>
          </a:p>
          <a:p>
            <a:pPr marL="742950" lvl="1" indent="-285750" algn="just" eaLnBrk="0" hangingPunct="0">
              <a:buFont typeface="Arial" panose="020B0604020202020204" pitchFamily="34" charset="0"/>
              <a:buChar char="•"/>
            </a:pPr>
            <a:r>
              <a:rPr lang="en-US" altLang="en-US" sz="1700" b="1" dirty="0">
                <a:latin typeface="+mj-lt"/>
              </a:rPr>
              <a:t>fewer control points,</a:t>
            </a:r>
          </a:p>
          <a:p>
            <a:pPr marL="742950" lvl="1" indent="-285750" algn="just" eaLnBrk="0" hangingPunct="0">
              <a:buFont typeface="Arial" panose="020B0604020202020204" pitchFamily="34" charset="0"/>
              <a:buChar char="•"/>
            </a:pPr>
            <a:r>
              <a:rPr lang="en-US" altLang="en-US" sz="1700" b="1" dirty="0">
                <a:latin typeface="+mj-lt"/>
              </a:rPr>
              <a:t>efficient computation,</a:t>
            </a:r>
          </a:p>
          <a:p>
            <a:pPr marL="742950" lvl="1" indent="-285750" algn="just" eaLnBrk="0" hangingPunct="0">
              <a:buFont typeface="Arial" panose="020B0604020202020204" pitchFamily="34" charset="0"/>
              <a:buChar char="•"/>
            </a:pPr>
            <a:r>
              <a:rPr lang="en-US" altLang="en-US" sz="1700" b="1" dirty="0">
                <a:latin typeface="+mj-lt"/>
              </a:rPr>
              <a:t>continuity of position and velocity,</a:t>
            </a:r>
          </a:p>
          <a:p>
            <a:pPr marL="742950" lvl="1" indent="-285750" algn="just" eaLnBrk="0" hangingPunct="0">
              <a:buFont typeface="Arial" panose="020B0604020202020204" pitchFamily="34" charset="0"/>
              <a:buChar char="•"/>
            </a:pPr>
            <a:r>
              <a:rPr lang="en-US" altLang="en-US" sz="1700" b="1" dirty="0">
                <a:latin typeface="+mj-lt"/>
              </a:rPr>
              <a:t>simple speed adaption while preserving nominal path shape,</a:t>
            </a:r>
          </a:p>
          <a:p>
            <a:pPr marL="742950" lvl="1" indent="-285750" algn="just" eaLnBrk="0" hangingPunct="0">
              <a:buFont typeface="Arial" panose="020B0604020202020204" pitchFamily="34" charset="0"/>
              <a:buChar char="•"/>
            </a:pPr>
            <a:r>
              <a:rPr lang="en-US" altLang="en-US" sz="1700" b="1" dirty="0">
                <a:latin typeface="+mj-lt"/>
              </a:rPr>
              <a:t>explicit robot dynamics.</a:t>
            </a:r>
            <a:endParaRPr kumimoji="0" lang="en-US" altLang="en-US" sz="1700" b="1" i="0" u="none" strike="noStrike" cap="none" normalizeH="0" baseline="0" dirty="0">
              <a:ln>
                <a:noFill/>
              </a:ln>
              <a:solidFill>
                <a:schemeClr val="tx1"/>
              </a:solidFill>
              <a:effectLst/>
              <a:latin typeface="+mj-lt"/>
            </a:endParaRPr>
          </a:p>
        </p:txBody>
      </p:sp>
      <p:pic>
        <p:nvPicPr>
          <p:cNvPr id="34" name="Picture 33" descr="A screenshot of a graph&#10;&#10;AI-generated content may be incorrect.">
            <a:extLst>
              <a:ext uri="{FF2B5EF4-FFF2-40B4-BE49-F238E27FC236}">
                <a16:creationId xmlns:a16="http://schemas.microsoft.com/office/drawing/2014/main" id="{EDB5CE29-BA8E-2825-4F49-580F3BA6F4A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15811" y="23586087"/>
            <a:ext cx="9311509" cy="4165592"/>
          </a:xfrm>
          <a:prstGeom prst="roundRect">
            <a:avLst/>
          </a:prstGeom>
        </p:spPr>
      </p:pic>
      <p:pic>
        <p:nvPicPr>
          <p:cNvPr id="41" name="Picture 40" descr="A screenshot of a graph&#10;&#10;AI-generated content may be incorrect.">
            <a:extLst>
              <a:ext uri="{FF2B5EF4-FFF2-40B4-BE49-F238E27FC236}">
                <a16:creationId xmlns:a16="http://schemas.microsoft.com/office/drawing/2014/main" id="{3871F032-6AC3-D5E2-3E93-50EF8F47621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304354" y="23586087"/>
            <a:ext cx="9134316" cy="4165592"/>
          </a:xfrm>
          <a:prstGeom prst="roundRect">
            <a:avLst/>
          </a:prstGeom>
        </p:spPr>
      </p:pic>
      <p:sp>
        <p:nvSpPr>
          <p:cNvPr id="21" name="TextBox 20">
            <a:extLst>
              <a:ext uri="{FF2B5EF4-FFF2-40B4-BE49-F238E27FC236}">
                <a16:creationId xmlns:a16="http://schemas.microsoft.com/office/drawing/2014/main" id="{8FBF420D-0400-02B9-AF96-850CAF97BC36}"/>
              </a:ext>
            </a:extLst>
          </p:cNvPr>
          <p:cNvSpPr txBox="1"/>
          <p:nvPr/>
        </p:nvSpPr>
        <p:spPr bwMode="auto">
          <a:xfrm>
            <a:off x="1283421" y="19816651"/>
            <a:ext cx="8292885" cy="499111"/>
          </a:xfrm>
          <a:prstGeom prst="rect">
            <a:avLst/>
          </a:prstGeom>
          <a:noFill/>
          <a:ln w="9525">
            <a:noFill/>
            <a:miter lim="800000"/>
            <a:headEnd/>
            <a:tailEnd/>
          </a:ln>
          <a:effectLst/>
        </p:spPr>
        <p:txBody>
          <a:bodyPr wrap="square" lIns="0" tIns="0" rIns="0" bIns="0" rtlCol="0">
            <a:spAutoFit/>
          </a:bodyPr>
          <a:lstStyle/>
          <a:p>
            <a:pPr marL="455613" indent="-455613" algn="ctr" defTabSz="2952750" eaLnBrk="0" hangingPunct="0">
              <a:lnSpc>
                <a:spcPct val="105000"/>
              </a:lnSpc>
              <a:spcBef>
                <a:spcPts val="4400"/>
              </a:spcBef>
              <a:spcAft>
                <a:spcPts val="0"/>
              </a:spcAft>
              <a:buClr>
                <a:schemeClr val="tx2"/>
              </a:buClr>
            </a:pPr>
            <a:r>
              <a:rPr lang="en-US" sz="1600" b="1" kern="0" dirty="0">
                <a:solidFill>
                  <a:schemeClr val="accent1"/>
                </a:solidFill>
                <a:latin typeface="Arial" panose="020B0604020202020204" pitchFamily="34" charset="0"/>
                <a:cs typeface="Arial" panose="020B0604020202020204" pitchFamily="34" charset="0"/>
              </a:rPr>
              <a:t>Figure 2</a:t>
            </a:r>
            <a:r>
              <a:rPr lang="en-US" sz="1600" b="1" i="1" kern="0" dirty="0">
                <a:solidFill>
                  <a:schemeClr val="accent1"/>
                </a:solidFill>
                <a:latin typeface="Arial" panose="020B0604020202020204" pitchFamily="34" charset="0"/>
                <a:cs typeface="Arial" panose="020B0604020202020204" pitchFamily="34" charset="0"/>
              </a:rPr>
              <a:t>: </a:t>
            </a:r>
            <a:r>
              <a:rPr lang="en-US" sz="1600" i="1" kern="0" dirty="0">
                <a:solidFill>
                  <a:schemeClr val="accent1"/>
                </a:solidFill>
                <a:latin typeface="Arial" panose="020B0604020202020204" pitchFamily="34" charset="0"/>
                <a:cs typeface="Arial" panose="020B0604020202020204" pitchFamily="34" charset="0"/>
              </a:rPr>
              <a:t>Reference, simulation and hardware trajectories, including the home position, target position, control points and the associated sphere.</a:t>
            </a:r>
            <a:endParaRPr lang="en-GB" sz="1600" i="1" kern="0" dirty="0">
              <a:solidFill>
                <a:schemeClr val="accent1"/>
              </a:solidFill>
              <a:latin typeface="Arial" panose="020B0604020202020204" pitchFamily="34" charset="0"/>
              <a:cs typeface="Arial" panose="020B0604020202020204" pitchFamily="34" charset="0"/>
            </a:endParaRPr>
          </a:p>
        </p:txBody>
      </p:sp>
      <p:pic>
        <p:nvPicPr>
          <p:cNvPr id="10" name="Picture 9" descr="A graph of a graph&#10;&#10;AI-generated content may be incorrect.">
            <a:extLst>
              <a:ext uri="{FF2B5EF4-FFF2-40B4-BE49-F238E27FC236}">
                <a16:creationId xmlns:a16="http://schemas.microsoft.com/office/drawing/2014/main" id="{63E2021C-408C-C5AC-DA16-2B03B5D3676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304354" y="14485258"/>
            <a:ext cx="8986408" cy="5229748"/>
          </a:xfrm>
          <a:prstGeom prst="rect">
            <a:avLst/>
          </a:prstGeom>
        </p:spPr>
      </p:pic>
      <p:pic>
        <p:nvPicPr>
          <p:cNvPr id="17" name="Picture 16" descr="A diagram of a graph&#10;&#10;AI-generated content may be incorrect.">
            <a:extLst>
              <a:ext uri="{FF2B5EF4-FFF2-40B4-BE49-F238E27FC236}">
                <a16:creationId xmlns:a16="http://schemas.microsoft.com/office/drawing/2014/main" id="{8658F301-883E-84B6-5F3F-2D90AE9A65A2}"/>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901251" y="14438173"/>
            <a:ext cx="9057227" cy="5300117"/>
          </a:xfrm>
          <a:prstGeom prst="rect">
            <a:avLst/>
          </a:prstGeom>
        </p:spPr>
      </p:pic>
      <p:graphicFrame>
        <p:nvGraphicFramePr>
          <p:cNvPr id="23" name="Table 22">
            <a:extLst>
              <a:ext uri="{FF2B5EF4-FFF2-40B4-BE49-F238E27FC236}">
                <a16:creationId xmlns:a16="http://schemas.microsoft.com/office/drawing/2014/main" id="{B59AE1B7-B500-5A1A-0AE6-60E662E412F2}"/>
              </a:ext>
            </a:extLst>
          </p:cNvPr>
          <p:cNvGraphicFramePr>
            <a:graphicFrameLocks noGrp="1"/>
          </p:cNvGraphicFramePr>
          <p:nvPr>
            <p:extLst>
              <p:ext uri="{D42A27DB-BD31-4B8C-83A1-F6EECF244321}">
                <p14:modId xmlns:p14="http://schemas.microsoft.com/office/powerpoint/2010/main" val="548321435"/>
              </p:ext>
            </p:extLst>
          </p:nvPr>
        </p:nvGraphicFramePr>
        <p:xfrm>
          <a:off x="1063196" y="20718905"/>
          <a:ext cx="8334055" cy="1849120"/>
        </p:xfrm>
        <a:graphic>
          <a:graphicData uri="http://schemas.openxmlformats.org/drawingml/2006/table">
            <a:tbl>
              <a:tblPr firstRow="1" bandRow="1">
                <a:tableStyleId>{5C22544A-7EE6-4342-B048-85BDC9FD1C3A}</a:tableStyleId>
              </a:tblPr>
              <a:tblGrid>
                <a:gridCol w="2741930">
                  <a:extLst>
                    <a:ext uri="{9D8B030D-6E8A-4147-A177-3AD203B41FA5}">
                      <a16:colId xmlns:a16="http://schemas.microsoft.com/office/drawing/2014/main" val="2417381953"/>
                    </a:ext>
                  </a:extLst>
                </a:gridCol>
                <a:gridCol w="1118425">
                  <a:extLst>
                    <a:ext uri="{9D8B030D-6E8A-4147-A177-3AD203B41FA5}">
                      <a16:colId xmlns:a16="http://schemas.microsoft.com/office/drawing/2014/main" val="659178708"/>
                    </a:ext>
                  </a:extLst>
                </a:gridCol>
                <a:gridCol w="1118425">
                  <a:extLst>
                    <a:ext uri="{9D8B030D-6E8A-4147-A177-3AD203B41FA5}">
                      <a16:colId xmlns:a16="http://schemas.microsoft.com/office/drawing/2014/main" val="4261565438"/>
                    </a:ext>
                  </a:extLst>
                </a:gridCol>
                <a:gridCol w="1118425">
                  <a:extLst>
                    <a:ext uri="{9D8B030D-6E8A-4147-A177-3AD203B41FA5}">
                      <a16:colId xmlns:a16="http://schemas.microsoft.com/office/drawing/2014/main" val="1022516050"/>
                    </a:ext>
                  </a:extLst>
                </a:gridCol>
                <a:gridCol w="1118425">
                  <a:extLst>
                    <a:ext uri="{9D8B030D-6E8A-4147-A177-3AD203B41FA5}">
                      <a16:colId xmlns:a16="http://schemas.microsoft.com/office/drawing/2014/main" val="3843907607"/>
                    </a:ext>
                  </a:extLst>
                </a:gridCol>
                <a:gridCol w="1118425">
                  <a:extLst>
                    <a:ext uri="{9D8B030D-6E8A-4147-A177-3AD203B41FA5}">
                      <a16:colId xmlns:a16="http://schemas.microsoft.com/office/drawing/2014/main" val="1736619387"/>
                    </a:ext>
                  </a:extLst>
                </a:gridCol>
              </a:tblGrid>
              <a:tr h="370840">
                <a:tc>
                  <a:txBody>
                    <a:bodyPr/>
                    <a:lstStyle/>
                    <a:p>
                      <a:pPr algn="ctr"/>
                      <a:endParaRPr lang="en-GB" dirty="0"/>
                    </a:p>
                  </a:txBody>
                  <a:tcPr/>
                </a:tc>
                <a:tc>
                  <a:txBody>
                    <a:bodyPr/>
                    <a:lstStyle/>
                    <a:p>
                      <a:pPr algn="ctr"/>
                      <a:r>
                        <a:rPr lang="en-US" dirty="0"/>
                        <a:t>Target 1</a:t>
                      </a:r>
                      <a:endParaRPr lang="en-GB" dirty="0"/>
                    </a:p>
                  </a:txBody>
                  <a:tcPr/>
                </a:tc>
                <a:tc>
                  <a:txBody>
                    <a:bodyPr/>
                    <a:lstStyle/>
                    <a:p>
                      <a:pPr algn="ctr"/>
                      <a:r>
                        <a:rPr lang="en-US" dirty="0"/>
                        <a:t>Target 2</a:t>
                      </a:r>
                      <a:endParaRPr lang="en-GB" dirty="0"/>
                    </a:p>
                  </a:txBody>
                  <a:tcPr/>
                </a:tc>
                <a:tc>
                  <a:txBody>
                    <a:bodyPr/>
                    <a:lstStyle/>
                    <a:p>
                      <a:pPr algn="ctr"/>
                      <a:r>
                        <a:rPr lang="en-US" dirty="0"/>
                        <a:t>Target 3</a:t>
                      </a:r>
                      <a:endParaRPr lang="en-GB" dirty="0"/>
                    </a:p>
                  </a:txBody>
                  <a:tcPr/>
                </a:tc>
                <a:tc>
                  <a:txBody>
                    <a:bodyPr/>
                    <a:lstStyle/>
                    <a:p>
                      <a:pPr algn="ctr"/>
                      <a:r>
                        <a:rPr lang="en-US" dirty="0"/>
                        <a:t>Target 4</a:t>
                      </a:r>
                      <a:endParaRPr lang="en-GB" dirty="0"/>
                    </a:p>
                  </a:txBody>
                  <a:tcPr/>
                </a:tc>
                <a:tc>
                  <a:txBody>
                    <a:bodyPr/>
                    <a:lstStyle/>
                    <a:p>
                      <a:pPr algn="ctr"/>
                      <a:r>
                        <a:rPr lang="en-US" dirty="0"/>
                        <a:t>Target 5</a:t>
                      </a:r>
                      <a:endParaRPr lang="en-GB" dirty="0"/>
                    </a:p>
                  </a:txBody>
                  <a:tcPr/>
                </a:tc>
                <a:extLst>
                  <a:ext uri="{0D108BD9-81ED-4DB2-BD59-A6C34878D82A}">
                    <a16:rowId xmlns:a16="http://schemas.microsoft.com/office/drawing/2014/main" val="3991221483"/>
                  </a:ext>
                </a:extLst>
              </a:tr>
              <a:tr h="370840">
                <a:tc>
                  <a:txBody>
                    <a:bodyPr/>
                    <a:lstStyle/>
                    <a:p>
                      <a:r>
                        <a:rPr lang="en-US" sz="1300" b="1" dirty="0"/>
                        <a:t>Reference Trajectory</a:t>
                      </a:r>
                      <a:endParaRPr lang="en-GB" sz="1300" b="1" dirty="0"/>
                    </a:p>
                  </a:txBody>
                  <a:tcPr/>
                </a:tc>
                <a:tc>
                  <a:txBody>
                    <a:bodyPr/>
                    <a:lstStyle/>
                    <a:p>
                      <a:pPr algn="ctr"/>
                      <a:r>
                        <a:rPr lang="en-US" i="1" dirty="0"/>
                        <a:t>0.13 mm</a:t>
                      </a:r>
                      <a:endParaRPr lang="en-GB" i="1" dirty="0"/>
                    </a:p>
                  </a:txBody>
                  <a:tcPr/>
                </a:tc>
                <a:tc>
                  <a:txBody>
                    <a:bodyPr/>
                    <a:lstStyle/>
                    <a:p>
                      <a:pPr algn="ctr"/>
                      <a:r>
                        <a:rPr lang="en-US" i="1" dirty="0"/>
                        <a:t>0.03 mm</a:t>
                      </a:r>
                      <a:endParaRPr lang="en-GB" i="1" dirty="0"/>
                    </a:p>
                  </a:txBody>
                  <a:tcPr/>
                </a:tc>
                <a:tc>
                  <a:txBody>
                    <a:bodyPr/>
                    <a:lstStyle/>
                    <a:p>
                      <a:pPr algn="ctr"/>
                      <a:r>
                        <a:rPr lang="en-US" i="1" dirty="0"/>
                        <a:t>0.2 mm</a:t>
                      </a:r>
                      <a:endParaRPr lang="en-GB" i="1" dirty="0"/>
                    </a:p>
                  </a:txBody>
                  <a:tcPr/>
                </a:tc>
                <a:tc>
                  <a:txBody>
                    <a:bodyPr/>
                    <a:lstStyle/>
                    <a:p>
                      <a:pPr algn="ctr"/>
                      <a:r>
                        <a:rPr lang="en-US" i="1" dirty="0"/>
                        <a:t>0.12 mm</a:t>
                      </a:r>
                      <a:endParaRPr lang="en-GB" i="1" dirty="0"/>
                    </a:p>
                  </a:txBody>
                  <a:tcPr/>
                </a:tc>
                <a:tc>
                  <a:txBody>
                    <a:bodyPr/>
                    <a:lstStyle/>
                    <a:p>
                      <a:pPr algn="ctr"/>
                      <a:r>
                        <a:rPr lang="en-US" i="1" dirty="0"/>
                        <a:t>0.24 mm</a:t>
                      </a:r>
                      <a:endParaRPr lang="en-GB" i="1" dirty="0"/>
                    </a:p>
                  </a:txBody>
                  <a:tcPr/>
                </a:tc>
                <a:extLst>
                  <a:ext uri="{0D108BD9-81ED-4DB2-BD59-A6C34878D82A}">
                    <a16:rowId xmlns:a16="http://schemas.microsoft.com/office/drawing/2014/main" val="924302088"/>
                  </a:ext>
                </a:extLst>
              </a:tr>
              <a:tr h="370840">
                <a:tc>
                  <a:txBody>
                    <a:bodyPr/>
                    <a:lstStyle/>
                    <a:p>
                      <a:r>
                        <a:rPr lang="en-US" sz="1300" b="1" dirty="0"/>
                        <a:t>Simulation on digital twin</a:t>
                      </a:r>
                      <a:endParaRPr lang="en-GB" sz="1300" b="1" dirty="0"/>
                    </a:p>
                  </a:txBody>
                  <a:tcPr/>
                </a:tc>
                <a:tc>
                  <a:txBody>
                    <a:bodyPr/>
                    <a:lstStyle/>
                    <a:p>
                      <a:pPr algn="ctr"/>
                      <a:r>
                        <a:rPr lang="en-US" i="1" dirty="0"/>
                        <a:t>0.03 mm</a:t>
                      </a:r>
                      <a:endParaRPr lang="en-GB" i="1" dirty="0"/>
                    </a:p>
                  </a:txBody>
                  <a:tcPr/>
                </a:tc>
                <a:tc>
                  <a:txBody>
                    <a:bodyPr/>
                    <a:lstStyle/>
                    <a:p>
                      <a:pPr algn="ctr"/>
                      <a:r>
                        <a:rPr lang="en-US" i="1" dirty="0"/>
                        <a:t>0.1 mm</a:t>
                      </a:r>
                      <a:endParaRPr lang="en-GB" i="1" dirty="0"/>
                    </a:p>
                  </a:txBody>
                  <a:tcPr/>
                </a:tc>
                <a:tc>
                  <a:txBody>
                    <a:bodyPr/>
                    <a:lstStyle/>
                    <a:p>
                      <a:pPr algn="ctr"/>
                      <a:r>
                        <a:rPr lang="en-US" i="1" dirty="0"/>
                        <a:t>0.15 mm</a:t>
                      </a:r>
                      <a:endParaRPr lang="en-GB" i="1" dirty="0"/>
                    </a:p>
                  </a:txBody>
                  <a:tcPr/>
                </a:tc>
                <a:tc>
                  <a:txBody>
                    <a:bodyPr/>
                    <a:lstStyle/>
                    <a:p>
                      <a:pPr algn="ctr"/>
                      <a:r>
                        <a:rPr lang="en-US" i="1" dirty="0"/>
                        <a:t>0.19 mm</a:t>
                      </a:r>
                      <a:endParaRPr lang="en-GB" i="1" dirty="0"/>
                    </a:p>
                  </a:txBody>
                  <a:tcPr/>
                </a:tc>
                <a:tc>
                  <a:txBody>
                    <a:bodyPr/>
                    <a:lstStyle/>
                    <a:p>
                      <a:pPr algn="ctr"/>
                      <a:r>
                        <a:rPr lang="en-US" i="1" dirty="0"/>
                        <a:t>0.14 mm</a:t>
                      </a:r>
                      <a:endParaRPr lang="en-GB" i="1" dirty="0"/>
                    </a:p>
                  </a:txBody>
                  <a:tcPr/>
                </a:tc>
                <a:extLst>
                  <a:ext uri="{0D108BD9-81ED-4DB2-BD59-A6C34878D82A}">
                    <a16:rowId xmlns:a16="http://schemas.microsoft.com/office/drawing/2014/main" val="2335099053"/>
                  </a:ext>
                </a:extLst>
              </a:tr>
              <a:tr h="370840">
                <a:tc>
                  <a:txBody>
                    <a:bodyPr/>
                    <a:lstStyle/>
                    <a:p>
                      <a:r>
                        <a:rPr lang="en-US" sz="1300" b="1" dirty="0"/>
                        <a:t>Physical Robot at normal speed</a:t>
                      </a:r>
                      <a:endParaRPr lang="en-GB" sz="1300" b="1" dirty="0"/>
                    </a:p>
                  </a:txBody>
                  <a:tcPr/>
                </a:tc>
                <a:tc>
                  <a:txBody>
                    <a:bodyPr/>
                    <a:lstStyle/>
                    <a:p>
                      <a:pPr algn="ctr"/>
                      <a:r>
                        <a:rPr lang="en-US" i="1" dirty="0"/>
                        <a:t>0.16 mm</a:t>
                      </a:r>
                      <a:endParaRPr lang="en-GB" i="1" dirty="0"/>
                    </a:p>
                  </a:txBody>
                  <a:tcPr/>
                </a:tc>
                <a:tc>
                  <a:txBody>
                    <a:bodyPr/>
                    <a:lstStyle/>
                    <a:p>
                      <a:pPr algn="ctr"/>
                      <a:r>
                        <a:rPr lang="en-US" i="1" dirty="0"/>
                        <a:t>0.36 mm</a:t>
                      </a:r>
                      <a:endParaRPr lang="en-GB" i="1" dirty="0"/>
                    </a:p>
                  </a:txBody>
                  <a:tcPr/>
                </a:tc>
                <a:tc>
                  <a:txBody>
                    <a:bodyPr/>
                    <a:lstStyle/>
                    <a:p>
                      <a:pPr algn="ctr"/>
                      <a:r>
                        <a:rPr lang="en-US" i="1" dirty="0"/>
                        <a:t>0.15 mm</a:t>
                      </a:r>
                      <a:endParaRPr lang="en-GB" i="1" dirty="0"/>
                    </a:p>
                  </a:txBody>
                  <a:tcPr/>
                </a:tc>
                <a:tc>
                  <a:txBody>
                    <a:bodyPr/>
                    <a:lstStyle/>
                    <a:p>
                      <a:pPr algn="ctr"/>
                      <a:r>
                        <a:rPr lang="en-US" i="1" dirty="0"/>
                        <a:t>0.16 mm </a:t>
                      </a:r>
                      <a:endParaRPr lang="en-GB" i="1" dirty="0"/>
                    </a:p>
                  </a:txBody>
                  <a:tcPr/>
                </a:tc>
                <a:tc>
                  <a:txBody>
                    <a:bodyPr/>
                    <a:lstStyle/>
                    <a:p>
                      <a:pPr algn="ctr"/>
                      <a:r>
                        <a:rPr lang="en-US" i="1" dirty="0"/>
                        <a:t>0.53 mm</a:t>
                      </a:r>
                      <a:endParaRPr lang="en-GB" i="1" dirty="0"/>
                    </a:p>
                  </a:txBody>
                  <a:tcPr/>
                </a:tc>
                <a:extLst>
                  <a:ext uri="{0D108BD9-81ED-4DB2-BD59-A6C34878D82A}">
                    <a16:rowId xmlns:a16="http://schemas.microsoft.com/office/drawing/2014/main" val="4046613350"/>
                  </a:ext>
                </a:extLst>
              </a:tr>
              <a:tr h="0">
                <a:tc>
                  <a:txBody>
                    <a:bodyPr/>
                    <a:lstStyle/>
                    <a:p>
                      <a:r>
                        <a:rPr lang="en-US" sz="1300" b="1" dirty="0"/>
                        <a:t>Physical Robot at 4x speed</a:t>
                      </a:r>
                      <a:endParaRPr lang="en-GB" sz="1300" b="1" dirty="0"/>
                    </a:p>
                  </a:txBody>
                  <a:tcPr/>
                </a:tc>
                <a:tc>
                  <a:txBody>
                    <a:bodyPr/>
                    <a:lstStyle/>
                    <a:p>
                      <a:pPr algn="ctr"/>
                      <a:r>
                        <a:rPr lang="en-US" i="1" dirty="0"/>
                        <a:t>0.23 mm</a:t>
                      </a:r>
                      <a:endParaRPr lang="en-GB" i="1" dirty="0"/>
                    </a:p>
                  </a:txBody>
                  <a:tcPr/>
                </a:tc>
                <a:tc>
                  <a:txBody>
                    <a:bodyPr/>
                    <a:lstStyle/>
                    <a:p>
                      <a:pPr algn="ctr"/>
                      <a:r>
                        <a:rPr lang="en-US" i="1" dirty="0"/>
                        <a:t>0.47 mm</a:t>
                      </a:r>
                      <a:endParaRPr lang="en-GB" i="1" dirty="0"/>
                    </a:p>
                  </a:txBody>
                  <a:tcPr/>
                </a:tc>
                <a:tc>
                  <a:txBody>
                    <a:bodyPr/>
                    <a:lstStyle/>
                    <a:p>
                      <a:pPr algn="ctr"/>
                      <a:r>
                        <a:rPr lang="en-US" i="1" dirty="0"/>
                        <a:t>0.66 mm</a:t>
                      </a:r>
                      <a:endParaRPr lang="en-GB" i="1" dirty="0"/>
                    </a:p>
                  </a:txBody>
                  <a:tcPr/>
                </a:tc>
                <a:tc>
                  <a:txBody>
                    <a:bodyPr/>
                    <a:lstStyle/>
                    <a:p>
                      <a:pPr algn="ctr"/>
                      <a:r>
                        <a:rPr lang="en-US" i="1" dirty="0"/>
                        <a:t>0.6 mm</a:t>
                      </a:r>
                      <a:endParaRPr lang="en-GB" i="1" dirty="0"/>
                    </a:p>
                  </a:txBody>
                  <a:tcPr/>
                </a:tc>
                <a:tc>
                  <a:txBody>
                    <a:bodyPr/>
                    <a:lstStyle/>
                    <a:p>
                      <a:pPr algn="ctr"/>
                      <a:r>
                        <a:rPr lang="en-US" i="1" dirty="0"/>
                        <a:t>0.13 mm</a:t>
                      </a:r>
                      <a:endParaRPr lang="en-GB" i="1" dirty="0"/>
                    </a:p>
                  </a:txBody>
                  <a:tcPr/>
                </a:tc>
                <a:extLst>
                  <a:ext uri="{0D108BD9-81ED-4DB2-BD59-A6C34878D82A}">
                    <a16:rowId xmlns:a16="http://schemas.microsoft.com/office/drawing/2014/main" val="1245544230"/>
                  </a:ext>
                </a:extLst>
              </a:tr>
            </a:tbl>
          </a:graphicData>
        </a:graphic>
      </p:graphicFrame>
      <p:sp>
        <p:nvSpPr>
          <p:cNvPr id="22" name="TextBox 21">
            <a:extLst>
              <a:ext uri="{FF2B5EF4-FFF2-40B4-BE49-F238E27FC236}">
                <a16:creationId xmlns:a16="http://schemas.microsoft.com/office/drawing/2014/main" id="{9CE0BD2B-30A1-2D2B-09C8-D011DBAA4C69}"/>
              </a:ext>
            </a:extLst>
          </p:cNvPr>
          <p:cNvSpPr txBox="1"/>
          <p:nvPr/>
        </p:nvSpPr>
        <p:spPr bwMode="auto">
          <a:xfrm>
            <a:off x="375903" y="22623718"/>
            <a:ext cx="9748815" cy="270715"/>
          </a:xfrm>
          <a:prstGeom prst="rect">
            <a:avLst/>
          </a:prstGeom>
          <a:noFill/>
          <a:ln w="9525">
            <a:noFill/>
            <a:miter lim="800000"/>
            <a:headEnd/>
            <a:tailEnd/>
          </a:ln>
          <a:effectLst/>
        </p:spPr>
        <p:txBody>
          <a:bodyPr wrap="square" lIns="0" tIns="0" rIns="0" bIns="0" rtlCol="0">
            <a:spAutoFit/>
          </a:bodyPr>
          <a:lstStyle/>
          <a:p>
            <a:pPr marL="455613" indent="-455613" algn="ctr" defTabSz="2952750" eaLnBrk="0" hangingPunct="0">
              <a:lnSpc>
                <a:spcPct val="105000"/>
              </a:lnSpc>
              <a:spcBef>
                <a:spcPts val="4400"/>
              </a:spcBef>
              <a:spcAft>
                <a:spcPts val="0"/>
              </a:spcAft>
              <a:buClr>
                <a:schemeClr val="tx2"/>
              </a:buClr>
            </a:pPr>
            <a:r>
              <a:rPr lang="en-US" sz="1800" b="1" kern="0" dirty="0">
                <a:solidFill>
                  <a:schemeClr val="accent1"/>
                </a:solidFill>
                <a:latin typeface="Arial" panose="020B0604020202020204" pitchFamily="34" charset="0"/>
                <a:cs typeface="Arial" panose="020B0604020202020204" pitchFamily="34" charset="0"/>
              </a:rPr>
              <a:t>Table 1: </a:t>
            </a:r>
            <a:r>
              <a:rPr lang="en-US" sz="1800" i="1" kern="0" dirty="0">
                <a:solidFill>
                  <a:schemeClr val="accent1"/>
                </a:solidFill>
                <a:latin typeface="Arial" panose="020B0604020202020204" pitchFamily="34" charset="0"/>
                <a:cs typeface="Arial" panose="020B0604020202020204" pitchFamily="34" charset="0"/>
              </a:rPr>
              <a:t>Minimum distances between trajectories and targets</a:t>
            </a:r>
            <a:endParaRPr lang="en-GB" sz="1800" i="1" kern="0" dirty="0">
              <a:solidFill>
                <a:schemeClr val="accent1"/>
              </a:solidFill>
              <a:latin typeface="Arial" panose="020B0604020202020204" pitchFamily="34" charset="0"/>
              <a:cs typeface="Arial" panose="020B0604020202020204" pitchFamily="34" charset="0"/>
            </a:endParaRPr>
          </a:p>
        </p:txBody>
      </p:sp>
      <p:graphicFrame>
        <p:nvGraphicFramePr>
          <p:cNvPr id="25" name="Table 24">
            <a:extLst>
              <a:ext uri="{FF2B5EF4-FFF2-40B4-BE49-F238E27FC236}">
                <a16:creationId xmlns:a16="http://schemas.microsoft.com/office/drawing/2014/main" id="{E6C87C8A-556F-C800-6716-24F09F6DBC95}"/>
              </a:ext>
            </a:extLst>
          </p:cNvPr>
          <p:cNvGraphicFramePr>
            <a:graphicFrameLocks noGrp="1"/>
          </p:cNvGraphicFramePr>
          <p:nvPr>
            <p:extLst>
              <p:ext uri="{D42A27DB-BD31-4B8C-83A1-F6EECF244321}">
                <p14:modId xmlns:p14="http://schemas.microsoft.com/office/powerpoint/2010/main" val="813966869"/>
              </p:ext>
            </p:extLst>
          </p:nvPr>
        </p:nvGraphicFramePr>
        <p:xfrm>
          <a:off x="12590554" y="20952859"/>
          <a:ext cx="6148070" cy="1854200"/>
        </p:xfrm>
        <a:graphic>
          <a:graphicData uri="http://schemas.openxmlformats.org/drawingml/2006/table">
            <a:tbl>
              <a:tblPr firstRow="1" bandRow="1">
                <a:tableStyleId>{5C22544A-7EE6-4342-B048-85BDC9FD1C3A}</a:tableStyleId>
              </a:tblPr>
              <a:tblGrid>
                <a:gridCol w="2741930">
                  <a:extLst>
                    <a:ext uri="{9D8B030D-6E8A-4147-A177-3AD203B41FA5}">
                      <a16:colId xmlns:a16="http://schemas.microsoft.com/office/drawing/2014/main" val="2769257342"/>
                    </a:ext>
                  </a:extLst>
                </a:gridCol>
                <a:gridCol w="1135380">
                  <a:extLst>
                    <a:ext uri="{9D8B030D-6E8A-4147-A177-3AD203B41FA5}">
                      <a16:colId xmlns:a16="http://schemas.microsoft.com/office/drawing/2014/main" val="1567842400"/>
                    </a:ext>
                  </a:extLst>
                </a:gridCol>
                <a:gridCol w="1135380">
                  <a:extLst>
                    <a:ext uri="{9D8B030D-6E8A-4147-A177-3AD203B41FA5}">
                      <a16:colId xmlns:a16="http://schemas.microsoft.com/office/drawing/2014/main" val="1930284546"/>
                    </a:ext>
                  </a:extLst>
                </a:gridCol>
                <a:gridCol w="1135380">
                  <a:extLst>
                    <a:ext uri="{9D8B030D-6E8A-4147-A177-3AD203B41FA5}">
                      <a16:colId xmlns:a16="http://schemas.microsoft.com/office/drawing/2014/main" val="855201990"/>
                    </a:ext>
                  </a:extLst>
                </a:gridCol>
              </a:tblGrid>
              <a:tr h="370840">
                <a:tc>
                  <a:txBody>
                    <a:bodyPr/>
                    <a:lstStyle/>
                    <a:p>
                      <a:pPr algn="ctr"/>
                      <a:endParaRPr lang="en-GB"/>
                    </a:p>
                  </a:txBody>
                  <a:tcPr/>
                </a:tc>
                <a:tc>
                  <a:txBody>
                    <a:bodyPr/>
                    <a:lstStyle/>
                    <a:p>
                      <a:pPr algn="ctr"/>
                      <a:r>
                        <a:rPr lang="en-US" dirty="0"/>
                        <a:t>Target 1</a:t>
                      </a:r>
                      <a:endParaRPr lang="en-GB" dirty="0"/>
                    </a:p>
                  </a:txBody>
                  <a:tcPr/>
                </a:tc>
                <a:tc>
                  <a:txBody>
                    <a:bodyPr/>
                    <a:lstStyle/>
                    <a:p>
                      <a:pPr algn="ctr"/>
                      <a:r>
                        <a:rPr lang="en-US" dirty="0"/>
                        <a:t>Target 2</a:t>
                      </a:r>
                      <a:endParaRPr lang="en-GB" dirty="0"/>
                    </a:p>
                  </a:txBody>
                  <a:tcPr/>
                </a:tc>
                <a:tc>
                  <a:txBody>
                    <a:bodyPr/>
                    <a:lstStyle/>
                    <a:p>
                      <a:pPr algn="ctr"/>
                      <a:r>
                        <a:rPr lang="en-US" dirty="0"/>
                        <a:t>Target 3</a:t>
                      </a:r>
                      <a:endParaRPr lang="en-GB" dirty="0"/>
                    </a:p>
                  </a:txBody>
                  <a:tcPr/>
                </a:tc>
                <a:extLst>
                  <a:ext uri="{0D108BD9-81ED-4DB2-BD59-A6C34878D82A}">
                    <a16:rowId xmlns:a16="http://schemas.microsoft.com/office/drawing/2014/main" val="1704655242"/>
                  </a:ext>
                </a:extLst>
              </a:tr>
              <a:tr h="370840">
                <a:tc>
                  <a:txBody>
                    <a:bodyPr/>
                    <a:lstStyle/>
                    <a:p>
                      <a:pPr algn="l"/>
                      <a:r>
                        <a:rPr lang="en-US" sz="1300" b="1" dirty="0"/>
                        <a:t>Reference Trajectory</a:t>
                      </a:r>
                      <a:endParaRPr lang="en-GB" sz="1300" b="1" dirty="0"/>
                    </a:p>
                  </a:txBody>
                  <a:tcPr/>
                </a:tc>
                <a:tc>
                  <a:txBody>
                    <a:bodyPr/>
                    <a:lstStyle/>
                    <a:p>
                      <a:pPr algn="ctr"/>
                      <a:r>
                        <a:rPr lang="en-GB" dirty="0"/>
                        <a:t>2.98 mm</a:t>
                      </a:r>
                    </a:p>
                  </a:txBody>
                  <a:tcPr/>
                </a:tc>
                <a:tc>
                  <a:txBody>
                    <a:bodyPr/>
                    <a:lstStyle/>
                    <a:p>
                      <a:pPr algn="ctr"/>
                      <a:r>
                        <a:rPr lang="en-GB" dirty="0"/>
                        <a:t>5.11 mm</a:t>
                      </a:r>
                    </a:p>
                  </a:txBody>
                  <a:tcPr/>
                </a:tc>
                <a:tc>
                  <a:txBody>
                    <a:bodyPr/>
                    <a:lstStyle/>
                    <a:p>
                      <a:pPr algn="ctr"/>
                      <a:r>
                        <a:rPr lang="en-GB" dirty="0"/>
                        <a:t>1.97 mm</a:t>
                      </a:r>
                    </a:p>
                  </a:txBody>
                  <a:tcPr/>
                </a:tc>
                <a:extLst>
                  <a:ext uri="{0D108BD9-81ED-4DB2-BD59-A6C34878D82A}">
                    <a16:rowId xmlns:a16="http://schemas.microsoft.com/office/drawing/2014/main" val="1557149017"/>
                  </a:ext>
                </a:extLst>
              </a:tr>
              <a:tr h="370840">
                <a:tc>
                  <a:txBody>
                    <a:bodyPr/>
                    <a:lstStyle/>
                    <a:p>
                      <a:pPr algn="l"/>
                      <a:r>
                        <a:rPr lang="en-US" sz="1300" b="1" dirty="0"/>
                        <a:t>Simulation on digital twin</a:t>
                      </a:r>
                      <a:endParaRPr lang="en-GB" sz="1300" b="1" dirty="0"/>
                    </a:p>
                  </a:txBody>
                  <a:tcPr/>
                </a:tc>
                <a:tc>
                  <a:txBody>
                    <a:bodyPr/>
                    <a:lstStyle/>
                    <a:p>
                      <a:pPr algn="ctr"/>
                      <a:r>
                        <a:rPr lang="en-GB" dirty="0"/>
                        <a:t>3.08 mm</a:t>
                      </a:r>
                    </a:p>
                  </a:txBody>
                  <a:tcPr/>
                </a:tc>
                <a:tc>
                  <a:txBody>
                    <a:bodyPr/>
                    <a:lstStyle/>
                    <a:p>
                      <a:pPr algn="ctr"/>
                      <a:r>
                        <a:rPr lang="en-GB" dirty="0"/>
                        <a:t>5.20 mm</a:t>
                      </a:r>
                    </a:p>
                  </a:txBody>
                  <a:tcPr/>
                </a:tc>
                <a:tc>
                  <a:txBody>
                    <a:bodyPr/>
                    <a:lstStyle/>
                    <a:p>
                      <a:pPr algn="ctr"/>
                      <a:r>
                        <a:rPr lang="en-GB" dirty="0"/>
                        <a:t>2.01 mm</a:t>
                      </a:r>
                    </a:p>
                  </a:txBody>
                  <a:tcPr/>
                </a:tc>
                <a:extLst>
                  <a:ext uri="{0D108BD9-81ED-4DB2-BD59-A6C34878D82A}">
                    <a16:rowId xmlns:a16="http://schemas.microsoft.com/office/drawing/2014/main" val="2106795411"/>
                  </a:ext>
                </a:extLst>
              </a:tr>
              <a:tr h="370840">
                <a:tc>
                  <a:txBody>
                    <a:bodyPr/>
                    <a:lstStyle/>
                    <a:p>
                      <a:pPr algn="l"/>
                      <a:r>
                        <a:rPr lang="en-US" sz="1300" b="1" dirty="0"/>
                        <a:t>Physical Robot at normal speed</a:t>
                      </a:r>
                      <a:endParaRPr lang="en-GB" sz="1300" b="1" dirty="0"/>
                    </a:p>
                  </a:txBody>
                  <a:tcPr/>
                </a:tc>
                <a:tc>
                  <a:txBody>
                    <a:bodyPr/>
                    <a:lstStyle/>
                    <a:p>
                      <a:pPr algn="ctr"/>
                      <a:r>
                        <a:rPr lang="en-GB" dirty="0"/>
                        <a:t>3.17 mm</a:t>
                      </a:r>
                    </a:p>
                  </a:txBody>
                  <a:tcPr/>
                </a:tc>
                <a:tc>
                  <a:txBody>
                    <a:bodyPr/>
                    <a:lstStyle/>
                    <a:p>
                      <a:pPr algn="ctr"/>
                      <a:r>
                        <a:rPr lang="en-GB" dirty="0"/>
                        <a:t>5.16 mm</a:t>
                      </a:r>
                    </a:p>
                  </a:txBody>
                  <a:tcPr/>
                </a:tc>
                <a:tc>
                  <a:txBody>
                    <a:bodyPr/>
                    <a:lstStyle/>
                    <a:p>
                      <a:pPr algn="ctr"/>
                      <a:r>
                        <a:rPr lang="en-GB" dirty="0"/>
                        <a:t>1.94 mm</a:t>
                      </a:r>
                    </a:p>
                  </a:txBody>
                  <a:tcPr/>
                </a:tc>
                <a:extLst>
                  <a:ext uri="{0D108BD9-81ED-4DB2-BD59-A6C34878D82A}">
                    <a16:rowId xmlns:a16="http://schemas.microsoft.com/office/drawing/2014/main" val="3626681923"/>
                  </a:ext>
                </a:extLst>
              </a:tr>
              <a:tr h="370840">
                <a:tc>
                  <a:txBody>
                    <a:bodyPr/>
                    <a:lstStyle/>
                    <a:p>
                      <a:pPr algn="l"/>
                      <a:r>
                        <a:rPr lang="en-US" sz="1300" b="1" dirty="0"/>
                        <a:t>Physical Robot at 4x speed</a:t>
                      </a:r>
                      <a:endParaRPr lang="en-GB" sz="1300" b="1" dirty="0"/>
                    </a:p>
                  </a:txBody>
                  <a:tcPr/>
                </a:tc>
                <a:tc>
                  <a:txBody>
                    <a:bodyPr/>
                    <a:lstStyle/>
                    <a:p>
                      <a:pPr algn="ctr"/>
                      <a:r>
                        <a:rPr lang="en-GB" dirty="0"/>
                        <a:t>2.68 mm</a:t>
                      </a:r>
                    </a:p>
                  </a:txBody>
                  <a:tcPr/>
                </a:tc>
                <a:tc>
                  <a:txBody>
                    <a:bodyPr/>
                    <a:lstStyle/>
                    <a:p>
                      <a:pPr algn="ctr"/>
                      <a:r>
                        <a:rPr lang="en-GB" dirty="0"/>
                        <a:t>7.89 mm</a:t>
                      </a:r>
                    </a:p>
                  </a:txBody>
                  <a:tcPr/>
                </a:tc>
                <a:tc>
                  <a:txBody>
                    <a:bodyPr/>
                    <a:lstStyle/>
                    <a:p>
                      <a:pPr algn="ctr"/>
                      <a:r>
                        <a:rPr lang="en-GB" dirty="0"/>
                        <a:t>1.99 mm</a:t>
                      </a:r>
                    </a:p>
                  </a:txBody>
                  <a:tcPr/>
                </a:tc>
                <a:extLst>
                  <a:ext uri="{0D108BD9-81ED-4DB2-BD59-A6C34878D82A}">
                    <a16:rowId xmlns:a16="http://schemas.microsoft.com/office/drawing/2014/main" val="247693081"/>
                  </a:ext>
                </a:extLst>
              </a:tr>
            </a:tbl>
          </a:graphicData>
        </a:graphic>
      </p:graphicFrame>
      <p:sp>
        <p:nvSpPr>
          <p:cNvPr id="28" name="TextBox 27">
            <a:extLst>
              <a:ext uri="{FF2B5EF4-FFF2-40B4-BE49-F238E27FC236}">
                <a16:creationId xmlns:a16="http://schemas.microsoft.com/office/drawing/2014/main" id="{B93E9063-743C-28C7-C3D8-B3F0B34B14F9}"/>
              </a:ext>
            </a:extLst>
          </p:cNvPr>
          <p:cNvSpPr txBox="1"/>
          <p:nvPr/>
        </p:nvSpPr>
        <p:spPr bwMode="auto">
          <a:xfrm>
            <a:off x="11465982" y="22914332"/>
            <a:ext cx="8748034" cy="270715"/>
          </a:xfrm>
          <a:prstGeom prst="rect">
            <a:avLst/>
          </a:prstGeom>
          <a:noFill/>
          <a:ln w="9525">
            <a:noFill/>
            <a:miter lim="800000"/>
            <a:headEnd/>
            <a:tailEnd/>
          </a:ln>
          <a:effectLst/>
        </p:spPr>
        <p:txBody>
          <a:bodyPr wrap="square" lIns="0" tIns="0" rIns="0" bIns="0" rtlCol="0">
            <a:spAutoFit/>
          </a:bodyPr>
          <a:lstStyle/>
          <a:p>
            <a:pPr marL="455613" indent="-455613" algn="ctr" defTabSz="2952750" eaLnBrk="0" hangingPunct="0">
              <a:lnSpc>
                <a:spcPct val="105000"/>
              </a:lnSpc>
              <a:spcBef>
                <a:spcPts val="4400"/>
              </a:spcBef>
              <a:spcAft>
                <a:spcPts val="0"/>
              </a:spcAft>
              <a:buClr>
                <a:schemeClr val="tx2"/>
              </a:buClr>
            </a:pPr>
            <a:r>
              <a:rPr lang="en-US" sz="1800" b="1" kern="0" dirty="0">
                <a:solidFill>
                  <a:schemeClr val="accent1"/>
                </a:solidFill>
                <a:latin typeface="Arial" panose="020B0604020202020204" pitchFamily="34" charset="0"/>
                <a:cs typeface="Arial" panose="020B0604020202020204" pitchFamily="34" charset="0"/>
              </a:rPr>
              <a:t>Table 2: </a:t>
            </a:r>
            <a:r>
              <a:rPr lang="en-US" sz="1800" i="1" kern="0" dirty="0">
                <a:solidFill>
                  <a:schemeClr val="accent1"/>
                </a:solidFill>
                <a:latin typeface="Arial" panose="020B0604020202020204" pitchFamily="34" charset="0"/>
                <a:cs typeface="Arial" panose="020B0604020202020204" pitchFamily="34" charset="0"/>
              </a:rPr>
              <a:t>Minimum distances between reference trajectory and targets</a:t>
            </a:r>
            <a:endParaRPr lang="en-GB" sz="1800" kern="0" dirty="0">
              <a:solidFill>
                <a:schemeClr val="accent1"/>
              </a:solidFill>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263350C3-32B4-2CDA-44C1-6FD49405D777}"/>
              </a:ext>
            </a:extLst>
          </p:cNvPr>
          <p:cNvSpPr txBox="1"/>
          <p:nvPr/>
        </p:nvSpPr>
        <p:spPr bwMode="auto">
          <a:xfrm>
            <a:off x="11920354" y="20473450"/>
            <a:ext cx="8195693" cy="369332"/>
          </a:xfrm>
          <a:prstGeom prst="rect">
            <a:avLst/>
          </a:prstGeom>
          <a:noFill/>
          <a:ln w="9525">
            <a:noFill/>
            <a:miter lim="800000"/>
            <a:headEnd/>
            <a:tailEnd/>
          </a:ln>
          <a:effectLst/>
        </p:spPr>
        <p:txBody>
          <a:bodyPr wrap="square" lIns="0" tIns="0" rIns="0" bIns="0" rtlCol="0" anchor="ctr">
            <a:spAutoFit/>
          </a:bodyPr>
          <a:lstStyle/>
          <a:p>
            <a:pPr marL="455613" indent="-455613" algn="ctr" defTabSz="2952750" eaLnBrk="0" hangingPunct="0">
              <a:spcBef>
                <a:spcPts val="4400"/>
              </a:spcBef>
              <a:spcAft>
                <a:spcPts val="0"/>
              </a:spcAft>
              <a:buClr>
                <a:schemeClr val="tx2"/>
              </a:buClr>
            </a:pPr>
            <a:r>
              <a:rPr lang="en-US" sz="2400" b="1" kern="0" dirty="0">
                <a:solidFill>
                  <a:schemeClr val="tx2"/>
                </a:solidFill>
                <a:latin typeface="Arial" panose="020B0604020202020204" pitchFamily="34" charset="0"/>
                <a:cs typeface="Arial" panose="020B0604020202020204" pitchFamily="34" charset="0"/>
              </a:rPr>
              <a:t>Minimum Distance Table</a:t>
            </a:r>
            <a:endParaRPr lang="en-GB" sz="2400" b="1" kern="0" dirty="0">
              <a:solidFill>
                <a:schemeClr val="tx2"/>
              </a:solidFill>
              <a:latin typeface="Arial" panose="020B0604020202020204" pitchFamily="34" charset="0"/>
              <a:cs typeface="Arial" panose="020B0604020202020204" pitchFamily="34" charset="0"/>
            </a:endParaRPr>
          </a:p>
        </p:txBody>
      </p:sp>
      <p:pic>
        <p:nvPicPr>
          <p:cNvPr id="18" name="Picture 17" descr="A machine on a table&#10;&#10;AI-generated content may be incorrect.">
            <a:extLst>
              <a:ext uri="{FF2B5EF4-FFF2-40B4-BE49-F238E27FC236}">
                <a16:creationId xmlns:a16="http://schemas.microsoft.com/office/drawing/2014/main" id="{347AB199-8454-D529-B646-4B32E4FFBBF5}"/>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926102" y="8456269"/>
            <a:ext cx="4155384" cy="4450838"/>
          </a:xfrm>
          <a:prstGeom prst="rect">
            <a:avLst/>
          </a:prstGeom>
        </p:spPr>
      </p:pic>
      <p:pic>
        <p:nvPicPr>
          <p:cNvPr id="30" name="Picture 29">
            <a:extLst>
              <a:ext uri="{FF2B5EF4-FFF2-40B4-BE49-F238E27FC236}">
                <a16:creationId xmlns:a16="http://schemas.microsoft.com/office/drawing/2014/main" id="{05CF398D-B07F-3E92-48DE-D293A285126D}"/>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7787632" y="8624050"/>
            <a:ext cx="12426384" cy="4224537"/>
          </a:xfrm>
          <a:prstGeom prst="rect">
            <a:avLst/>
          </a:prstGeom>
        </p:spPr>
      </p:pic>
      <p:sp>
        <p:nvSpPr>
          <p:cNvPr id="33" name="Rectangle 32">
            <a:extLst>
              <a:ext uri="{FF2B5EF4-FFF2-40B4-BE49-F238E27FC236}">
                <a16:creationId xmlns:a16="http://schemas.microsoft.com/office/drawing/2014/main" id="{E3F56285-ED23-6671-F1B7-F67740541123}"/>
              </a:ext>
            </a:extLst>
          </p:cNvPr>
          <p:cNvSpPr/>
          <p:nvPr/>
        </p:nvSpPr>
        <p:spPr bwMode="auto">
          <a:xfrm>
            <a:off x="4695825" y="14438173"/>
            <a:ext cx="1809750" cy="163652"/>
          </a:xfrm>
          <a:prstGeom prst="rect">
            <a:avLst/>
          </a:prstGeom>
          <a:solidFill>
            <a:srgbClr val="E6E6E6"/>
          </a:solidFill>
          <a:ln w="9525"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l" defTabSz="2952750" rtl="0" eaLnBrk="1" fontAlgn="base" latinLnBrk="0" hangingPunct="1">
              <a:lnSpc>
                <a:spcPct val="100000"/>
              </a:lnSpc>
              <a:spcBef>
                <a:spcPct val="0"/>
              </a:spcBef>
              <a:spcAft>
                <a:spcPct val="0"/>
              </a:spcAft>
              <a:buClrTx/>
              <a:buSzTx/>
              <a:buFontTx/>
              <a:buNone/>
              <a:tabLst/>
            </a:pPr>
            <a:endParaRPr kumimoji="0" lang="en-GB" sz="1300" b="0" i="0" u="none" strike="noStrike" cap="none" normalizeH="0" baseline="0">
              <a:ln>
                <a:noFill/>
              </a:ln>
              <a:solidFill>
                <a:schemeClr val="tx1"/>
              </a:solidFill>
              <a:effectLst/>
              <a:latin typeface="Rdg Vesta" pitchFamily="2" charset="0"/>
            </a:endParaRPr>
          </a:p>
        </p:txBody>
      </p:sp>
      <p:sp>
        <p:nvSpPr>
          <p:cNvPr id="32" name="TextBox 31">
            <a:extLst>
              <a:ext uri="{FF2B5EF4-FFF2-40B4-BE49-F238E27FC236}">
                <a16:creationId xmlns:a16="http://schemas.microsoft.com/office/drawing/2014/main" id="{990B91AE-79D4-3122-6A84-5B1C091D8F0F}"/>
              </a:ext>
            </a:extLst>
          </p:cNvPr>
          <p:cNvSpPr txBox="1"/>
          <p:nvPr/>
        </p:nvSpPr>
        <p:spPr bwMode="auto">
          <a:xfrm>
            <a:off x="1421093" y="14485571"/>
            <a:ext cx="8286095" cy="369332"/>
          </a:xfrm>
          <a:prstGeom prst="rect">
            <a:avLst/>
          </a:prstGeom>
          <a:noFill/>
          <a:ln w="9525">
            <a:noFill/>
            <a:miter lim="800000"/>
            <a:headEnd/>
            <a:tailEnd/>
          </a:ln>
          <a:effectLst/>
        </p:spPr>
        <p:txBody>
          <a:bodyPr wrap="square" lIns="0" tIns="0" rIns="0" bIns="0" rtlCol="0" anchor="ctr">
            <a:spAutoFit/>
          </a:bodyPr>
          <a:lstStyle/>
          <a:p>
            <a:pPr marL="455613" indent="-455613" algn="ctr" defTabSz="2952750" eaLnBrk="0" hangingPunct="0">
              <a:spcBef>
                <a:spcPts val="4400"/>
              </a:spcBef>
              <a:spcAft>
                <a:spcPts val="0"/>
              </a:spcAft>
              <a:buClr>
                <a:schemeClr val="tx2"/>
              </a:buClr>
            </a:pPr>
            <a:r>
              <a:rPr lang="en-GB" sz="2400" b="1" kern="0" dirty="0">
                <a:solidFill>
                  <a:schemeClr val="tx2"/>
                </a:solidFill>
                <a:latin typeface="Arial" panose="020B0604020202020204" pitchFamily="34" charset="0"/>
                <a:cs typeface="Arial" panose="020B0604020202020204" pitchFamily="34" charset="0"/>
              </a:rPr>
              <a:t>Cartesian Space Trajectories</a:t>
            </a:r>
          </a:p>
        </p:txBody>
      </p:sp>
      <p:sp>
        <p:nvSpPr>
          <p:cNvPr id="35" name="TextBox 34">
            <a:extLst>
              <a:ext uri="{FF2B5EF4-FFF2-40B4-BE49-F238E27FC236}">
                <a16:creationId xmlns:a16="http://schemas.microsoft.com/office/drawing/2014/main" id="{F4F04BAD-E07B-CDD3-AA68-C17A06CBFB0C}"/>
              </a:ext>
            </a:extLst>
          </p:cNvPr>
          <p:cNvSpPr txBox="1"/>
          <p:nvPr/>
        </p:nvSpPr>
        <p:spPr bwMode="auto">
          <a:xfrm>
            <a:off x="11802416" y="14544017"/>
            <a:ext cx="8286095" cy="369332"/>
          </a:xfrm>
          <a:prstGeom prst="rect">
            <a:avLst/>
          </a:prstGeom>
          <a:noFill/>
          <a:ln w="9525">
            <a:noFill/>
            <a:miter lim="800000"/>
            <a:headEnd/>
            <a:tailEnd/>
          </a:ln>
          <a:effectLst/>
        </p:spPr>
        <p:txBody>
          <a:bodyPr wrap="square" lIns="0" tIns="0" rIns="0" bIns="0" rtlCol="0" anchor="ctr">
            <a:spAutoFit/>
          </a:bodyPr>
          <a:lstStyle/>
          <a:p>
            <a:pPr marL="455613" indent="-455613" algn="ctr" defTabSz="2952750" eaLnBrk="0" hangingPunct="0">
              <a:spcBef>
                <a:spcPts val="4400"/>
              </a:spcBef>
              <a:spcAft>
                <a:spcPts val="0"/>
              </a:spcAft>
              <a:buClr>
                <a:schemeClr val="tx2"/>
              </a:buClr>
            </a:pPr>
            <a:r>
              <a:rPr lang="en-GB" sz="2400" b="1" kern="0" dirty="0">
                <a:solidFill>
                  <a:schemeClr val="tx2"/>
                </a:solidFill>
                <a:latin typeface="Arial" panose="020B0604020202020204" pitchFamily="34" charset="0"/>
                <a:cs typeface="Arial" panose="020B0604020202020204" pitchFamily="34" charset="0"/>
              </a:rPr>
              <a:t>Cartesian Space Trajectories</a:t>
            </a:r>
          </a:p>
        </p:txBody>
      </p:sp>
      <p:sp>
        <p:nvSpPr>
          <p:cNvPr id="36" name="Rectangle 35">
            <a:extLst>
              <a:ext uri="{FF2B5EF4-FFF2-40B4-BE49-F238E27FC236}">
                <a16:creationId xmlns:a16="http://schemas.microsoft.com/office/drawing/2014/main" id="{10FC072A-D7CC-26C7-5A84-660CE2482239}"/>
              </a:ext>
            </a:extLst>
          </p:cNvPr>
          <p:cNvSpPr/>
          <p:nvPr/>
        </p:nvSpPr>
        <p:spPr bwMode="auto">
          <a:xfrm>
            <a:off x="15040589" y="14485117"/>
            <a:ext cx="2037736" cy="136283"/>
          </a:xfrm>
          <a:prstGeom prst="rect">
            <a:avLst/>
          </a:prstGeom>
          <a:solidFill>
            <a:srgbClr val="E6E6E6"/>
          </a:solidFill>
          <a:ln w="9525"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l" defTabSz="2952750" rtl="0" eaLnBrk="1" fontAlgn="base" latinLnBrk="0" hangingPunct="1">
              <a:lnSpc>
                <a:spcPct val="100000"/>
              </a:lnSpc>
              <a:spcBef>
                <a:spcPct val="0"/>
              </a:spcBef>
              <a:spcAft>
                <a:spcPct val="0"/>
              </a:spcAft>
              <a:buClrTx/>
              <a:buSzTx/>
              <a:buFontTx/>
              <a:buNone/>
              <a:tabLst/>
            </a:pPr>
            <a:endParaRPr kumimoji="0" lang="en-GB" sz="1300" b="0" i="0" u="none" strike="noStrike" cap="none" normalizeH="0" baseline="0">
              <a:ln>
                <a:noFill/>
              </a:ln>
              <a:solidFill>
                <a:schemeClr val="tx1"/>
              </a:solidFill>
              <a:effectLst/>
              <a:latin typeface="Rdg Vesta" pitchFamily="2" charset="0"/>
            </a:endParaRPr>
          </a:p>
        </p:txBody>
      </p:sp>
      <p:sp>
        <p:nvSpPr>
          <p:cNvPr id="37" name="Rectangle 36">
            <a:extLst>
              <a:ext uri="{FF2B5EF4-FFF2-40B4-BE49-F238E27FC236}">
                <a16:creationId xmlns:a16="http://schemas.microsoft.com/office/drawing/2014/main" id="{A9A9820E-2BE1-38A3-7418-5315F0C5088B}"/>
              </a:ext>
            </a:extLst>
          </p:cNvPr>
          <p:cNvSpPr/>
          <p:nvPr/>
        </p:nvSpPr>
        <p:spPr bwMode="auto">
          <a:xfrm>
            <a:off x="4623346" y="23582316"/>
            <a:ext cx="2037736" cy="136283"/>
          </a:xfrm>
          <a:prstGeom prst="rect">
            <a:avLst/>
          </a:prstGeom>
          <a:solidFill>
            <a:srgbClr val="C8C8C8"/>
          </a:solidFill>
          <a:ln w="9525"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l" defTabSz="2952750" rtl="0" eaLnBrk="1" fontAlgn="base" latinLnBrk="0" hangingPunct="1">
              <a:lnSpc>
                <a:spcPct val="100000"/>
              </a:lnSpc>
              <a:spcBef>
                <a:spcPct val="0"/>
              </a:spcBef>
              <a:spcAft>
                <a:spcPct val="0"/>
              </a:spcAft>
              <a:buClrTx/>
              <a:buSzTx/>
              <a:buFontTx/>
              <a:buNone/>
              <a:tabLst/>
            </a:pPr>
            <a:endParaRPr kumimoji="0" lang="en-GB" sz="1300" b="0" i="0" u="none" strike="noStrike" cap="none" normalizeH="0" baseline="0" dirty="0">
              <a:ln>
                <a:noFill/>
              </a:ln>
              <a:solidFill>
                <a:schemeClr val="tx1"/>
              </a:solidFill>
              <a:effectLst/>
              <a:latin typeface="Rdg Vesta" pitchFamily="2" charset="0"/>
            </a:endParaRPr>
          </a:p>
        </p:txBody>
      </p:sp>
      <p:sp>
        <p:nvSpPr>
          <p:cNvPr id="38" name="Rectangle 37">
            <a:extLst>
              <a:ext uri="{FF2B5EF4-FFF2-40B4-BE49-F238E27FC236}">
                <a16:creationId xmlns:a16="http://schemas.microsoft.com/office/drawing/2014/main" id="{B0EF045B-2DC0-6624-6D27-99508781F580}"/>
              </a:ext>
            </a:extLst>
          </p:cNvPr>
          <p:cNvSpPr/>
          <p:nvPr/>
        </p:nvSpPr>
        <p:spPr bwMode="auto">
          <a:xfrm>
            <a:off x="15040589" y="23582316"/>
            <a:ext cx="2037736" cy="101597"/>
          </a:xfrm>
          <a:prstGeom prst="rect">
            <a:avLst/>
          </a:prstGeom>
          <a:solidFill>
            <a:srgbClr val="C8C8C8"/>
          </a:solidFill>
          <a:ln w="9525"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l" defTabSz="2952750" rtl="0" eaLnBrk="1" fontAlgn="base" latinLnBrk="0" hangingPunct="1">
              <a:lnSpc>
                <a:spcPct val="100000"/>
              </a:lnSpc>
              <a:spcBef>
                <a:spcPct val="0"/>
              </a:spcBef>
              <a:spcAft>
                <a:spcPct val="0"/>
              </a:spcAft>
              <a:buClrTx/>
              <a:buSzTx/>
              <a:buFontTx/>
              <a:buNone/>
              <a:tabLst/>
            </a:pPr>
            <a:endParaRPr kumimoji="0" lang="en-GB" sz="1300" b="0" i="0" u="none" strike="noStrike" cap="none" normalizeH="0" baseline="0" dirty="0">
              <a:ln>
                <a:noFill/>
              </a:ln>
              <a:solidFill>
                <a:schemeClr val="tx1"/>
              </a:solidFill>
              <a:effectLst/>
              <a:latin typeface="Rdg Vesta" pitchFamily="2" charset="0"/>
            </a:endParaRPr>
          </a:p>
        </p:txBody>
      </p:sp>
    </p:spTree>
    <p:extLst>
      <p:ext uri="{BB962C8B-B14F-4D97-AF65-F5344CB8AC3E}">
        <p14:creationId xmlns:p14="http://schemas.microsoft.com/office/powerpoint/2010/main" val="2517996512"/>
      </p:ext>
    </p:extLst>
  </p:cSld>
  <p:clrMapOvr>
    <a:masterClrMapping/>
  </p:clrMapOvr>
</p:sld>
</file>

<file path=ppt/theme/theme1.xml><?xml version="1.0" encoding="utf-8"?>
<a:theme xmlns:a="http://schemas.openxmlformats.org/drawingml/2006/main" name="UoR #CE4F2F">
  <a:themeElements>
    <a:clrScheme name="Blue">
      <a:dk1>
        <a:sysClr val="windowText" lastClr="000000"/>
      </a:dk1>
      <a:lt1>
        <a:sysClr val="window" lastClr="FFFFFF"/>
      </a:lt1>
      <a:dk2>
        <a:srgbClr val="17406D"/>
      </a:dk2>
      <a:lt2>
        <a:srgbClr val="DBEFF9"/>
      </a:lt2>
      <a:accent1>
        <a:srgbClr val="0F6FC6"/>
      </a:accent1>
      <a:accent2>
        <a:srgbClr val="009DD9"/>
      </a:accent2>
      <a:accent3>
        <a:srgbClr val="0BD0D9"/>
      </a:accent3>
      <a:accent4>
        <a:srgbClr val="10CF9B"/>
      </a:accent4>
      <a:accent5>
        <a:srgbClr val="7CCA62"/>
      </a:accent5>
      <a:accent6>
        <a:srgbClr val="A5C249"/>
      </a:accent6>
      <a:hlink>
        <a:srgbClr val="F49100"/>
      </a:hlink>
      <a:folHlink>
        <a:srgbClr val="85DFD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tx2"/>
        </a:solidFill>
        <a:ln w="9525" cap="flat" cmpd="sng" algn="ctr">
          <a:no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2952750" rtl="0" eaLnBrk="1" fontAlgn="base" latinLnBrk="0" hangingPunct="1">
          <a:lnSpc>
            <a:spcPct val="100000"/>
          </a:lnSpc>
          <a:spcBef>
            <a:spcPct val="0"/>
          </a:spcBef>
          <a:spcAft>
            <a:spcPct val="0"/>
          </a:spcAft>
          <a:buClrTx/>
          <a:buSzTx/>
          <a:buFontTx/>
          <a:buNone/>
          <a:tabLst/>
          <a:defRPr kumimoji="0" lang="en-GB" sz="1300" b="0" i="0" u="none" strike="noStrike" cap="none" normalizeH="0" baseline="0" smtClean="0">
            <a:ln>
              <a:noFill/>
            </a:ln>
            <a:solidFill>
              <a:schemeClr val="tx1"/>
            </a:solidFill>
            <a:effectLst/>
            <a:latin typeface="Rdg Vesta" pitchFamily="2" charset="0"/>
          </a:defRPr>
        </a:defPPr>
      </a:lstStyle>
    </a:spDef>
    <a:lnDef>
      <a:spPr bwMode="auto">
        <a:xfrm>
          <a:off x="0" y="0"/>
          <a:ext cx="1" cy="1"/>
        </a:xfrm>
        <a:custGeom>
          <a:avLst/>
          <a:gdLst/>
          <a:ahLst/>
          <a:cxnLst/>
          <a:rect l="0" t="0" r="0" b="0"/>
          <a:pathLst/>
        </a:custGeom>
        <a:solidFill>
          <a:schemeClr val="tx2"/>
        </a:solidFill>
        <a:ln w="9525" cap="flat" cmpd="sng" algn="ctr">
          <a:no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2952750" rtl="0" eaLnBrk="1" fontAlgn="base" latinLnBrk="0" hangingPunct="1">
          <a:lnSpc>
            <a:spcPct val="100000"/>
          </a:lnSpc>
          <a:spcBef>
            <a:spcPct val="0"/>
          </a:spcBef>
          <a:spcAft>
            <a:spcPct val="0"/>
          </a:spcAft>
          <a:buClrTx/>
          <a:buSzTx/>
          <a:buFontTx/>
          <a:buNone/>
          <a:tabLst/>
          <a:defRPr kumimoji="0" lang="en-GB" sz="1300" b="0" i="0" u="none" strike="noStrike" cap="none" normalizeH="0" baseline="0" smtClean="0">
            <a:ln>
              <a:noFill/>
            </a:ln>
            <a:solidFill>
              <a:schemeClr val="tx1"/>
            </a:solidFill>
            <a:effectLst/>
            <a:latin typeface="Rdg Vesta" pitchFamily="2" charset="0"/>
          </a:defRPr>
        </a:defPPr>
      </a:lstStyle>
    </a:lnDef>
    <a:txDef>
      <a:spPr bwMode="auto">
        <a:noFill/>
        <a:ln w="9525">
          <a:noFill/>
          <a:miter lim="800000"/>
          <a:headEnd/>
          <a:tailEnd/>
        </a:ln>
        <a:effectLst/>
      </a:spPr>
      <a:bodyPr lIns="0" tIns="0" rIns="0" bIns="0"/>
      <a:lstStyle>
        <a:defPPr marL="455613" indent="-455613" algn="l" defTabSz="2952750" eaLnBrk="0" hangingPunct="0">
          <a:lnSpc>
            <a:spcPct val="105000"/>
          </a:lnSpc>
          <a:spcBef>
            <a:spcPts val="4400"/>
          </a:spcBef>
          <a:spcAft>
            <a:spcPts val="0"/>
          </a:spcAft>
          <a:buClr>
            <a:schemeClr val="tx2"/>
          </a:buClr>
          <a:defRPr sz="4100" b="1" kern="0" dirty="0">
            <a:solidFill>
              <a:schemeClr val="tx2"/>
            </a:solidFill>
            <a:latin typeface="Arial" panose="020B0604020202020204" pitchFamily="34" charset="0"/>
            <a:cs typeface="Arial" panose="020B0604020202020204" pitchFamily="34" charset="0"/>
          </a:defRPr>
        </a:defPPr>
      </a:lstStyle>
    </a:txDef>
  </a:objectDefaults>
  <a:extraClrSchemeLst/>
  <a:extLst>
    <a:ext uri="{05A4C25C-085E-4340-85A3-A5531E510DB2}">
      <thm15:themeFamily xmlns:thm15="http://schemas.microsoft.com/office/thememl/2012/main" name="B27825 UoR Conference 2022 portrait HT v2.pptx" id="{F18A0F39-BBEB-43DB-BFD6-81A744C52318}" vid="{8D687D27-B946-4FBA-8150-9F172FBFD3DC}"/>
    </a:ext>
  </a:extLst>
</a:theme>
</file>

<file path=ppt/theme/theme2.xml><?xml version="1.0" encoding="utf-8"?>
<a:theme xmlns:a="http://schemas.openxmlformats.org/drawingml/2006/main" name="1_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1_UoR #CE4F2F">
  <a:themeElements>
    <a:clrScheme name="Blue">
      <a:dk1>
        <a:sysClr val="windowText" lastClr="000000"/>
      </a:dk1>
      <a:lt1>
        <a:sysClr val="window" lastClr="FFFFFF"/>
      </a:lt1>
      <a:dk2>
        <a:srgbClr val="17406D"/>
      </a:dk2>
      <a:lt2>
        <a:srgbClr val="DBEFF9"/>
      </a:lt2>
      <a:accent1>
        <a:srgbClr val="0F6FC6"/>
      </a:accent1>
      <a:accent2>
        <a:srgbClr val="009DD9"/>
      </a:accent2>
      <a:accent3>
        <a:srgbClr val="0BD0D9"/>
      </a:accent3>
      <a:accent4>
        <a:srgbClr val="10CF9B"/>
      </a:accent4>
      <a:accent5>
        <a:srgbClr val="7CCA62"/>
      </a:accent5>
      <a:accent6>
        <a:srgbClr val="A5C249"/>
      </a:accent6>
      <a:hlink>
        <a:srgbClr val="F49100"/>
      </a:hlink>
      <a:folHlink>
        <a:srgbClr val="85DFD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tx2"/>
        </a:solidFill>
        <a:ln w="9525" cap="flat" cmpd="sng" algn="ctr">
          <a:no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2952750" rtl="0" eaLnBrk="1" fontAlgn="base" latinLnBrk="0" hangingPunct="1">
          <a:lnSpc>
            <a:spcPct val="100000"/>
          </a:lnSpc>
          <a:spcBef>
            <a:spcPct val="0"/>
          </a:spcBef>
          <a:spcAft>
            <a:spcPct val="0"/>
          </a:spcAft>
          <a:buClrTx/>
          <a:buSzTx/>
          <a:buFontTx/>
          <a:buNone/>
          <a:tabLst/>
          <a:defRPr kumimoji="0" lang="en-GB" sz="1300" b="0" i="0" u="none" strike="noStrike" cap="none" normalizeH="0" baseline="0" smtClean="0">
            <a:ln>
              <a:noFill/>
            </a:ln>
            <a:solidFill>
              <a:schemeClr val="tx1"/>
            </a:solidFill>
            <a:effectLst/>
            <a:latin typeface="Rdg Vesta" pitchFamily="2" charset="0"/>
          </a:defRPr>
        </a:defPPr>
      </a:lstStyle>
    </a:spDef>
    <a:lnDef>
      <a:spPr bwMode="auto">
        <a:xfrm>
          <a:off x="0" y="0"/>
          <a:ext cx="1" cy="1"/>
        </a:xfrm>
        <a:custGeom>
          <a:avLst/>
          <a:gdLst/>
          <a:ahLst/>
          <a:cxnLst/>
          <a:rect l="0" t="0" r="0" b="0"/>
          <a:pathLst/>
        </a:custGeom>
        <a:solidFill>
          <a:schemeClr val="tx2"/>
        </a:solidFill>
        <a:ln w="9525" cap="flat" cmpd="sng" algn="ctr">
          <a:no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2952750" rtl="0" eaLnBrk="1" fontAlgn="base" latinLnBrk="0" hangingPunct="1">
          <a:lnSpc>
            <a:spcPct val="100000"/>
          </a:lnSpc>
          <a:spcBef>
            <a:spcPct val="0"/>
          </a:spcBef>
          <a:spcAft>
            <a:spcPct val="0"/>
          </a:spcAft>
          <a:buClrTx/>
          <a:buSzTx/>
          <a:buFontTx/>
          <a:buNone/>
          <a:tabLst/>
          <a:defRPr kumimoji="0" lang="en-GB" sz="1300" b="0" i="0" u="none" strike="noStrike" cap="none" normalizeH="0" baseline="0" smtClean="0">
            <a:ln>
              <a:noFill/>
            </a:ln>
            <a:solidFill>
              <a:schemeClr val="tx1"/>
            </a:solidFill>
            <a:effectLst/>
            <a:latin typeface="Rdg Vesta" pitchFamily="2" charset="0"/>
          </a:defRPr>
        </a:defPPr>
      </a:lstStyle>
    </a:lnDef>
  </a:objectDefaults>
  <a:extraClrSchemeLst/>
  <a:extLst>
    <a:ext uri="{05A4C25C-085E-4340-85A3-A5531E510DB2}">
      <thm15:themeFamily xmlns:thm15="http://schemas.microsoft.com/office/thememl/2012/main" name="B27825 UoR Conference 2022 portrait HT v2.pptx" id="{F18A0F39-BBEB-43DB-BFD6-81A744C52318}" vid="{DA16372C-C8AE-4BEF-9AB6-EF282675B510}"/>
    </a:ext>
  </a:extLst>
</a:theme>
</file>

<file path=ppt/theme/theme4.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UoR #C74486">
  <a:themeElements>
    <a:clrScheme name="03 UoR Conference #C74486">
      <a:dk1>
        <a:srgbClr val="000000"/>
      </a:dk1>
      <a:lt1>
        <a:srgbClr val="FFFFFF"/>
      </a:lt1>
      <a:dk2>
        <a:srgbClr val="C74486"/>
      </a:dk2>
      <a:lt2>
        <a:srgbClr val="808080"/>
      </a:lt2>
      <a:accent1>
        <a:srgbClr val="FCAAD3"/>
      </a:accent1>
      <a:accent2>
        <a:srgbClr val="DB8EB5"/>
      </a:accent2>
      <a:accent3>
        <a:srgbClr val="FFFFFF"/>
      </a:accent3>
      <a:accent4>
        <a:srgbClr val="810443"/>
      </a:accent4>
      <a:accent5>
        <a:srgbClr val="DB8EB5"/>
      </a:accent5>
      <a:accent6>
        <a:srgbClr val="000000"/>
      </a:accent6>
      <a:hlink>
        <a:srgbClr val="C74486"/>
      </a:hlink>
      <a:folHlink>
        <a:srgbClr val="810443"/>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tx2"/>
        </a:solidFill>
        <a:ln w="9525" cap="flat" cmpd="sng" algn="ctr">
          <a:no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2952750" rtl="0" eaLnBrk="1" fontAlgn="base" latinLnBrk="0" hangingPunct="1">
          <a:lnSpc>
            <a:spcPct val="100000"/>
          </a:lnSpc>
          <a:spcBef>
            <a:spcPct val="0"/>
          </a:spcBef>
          <a:spcAft>
            <a:spcPct val="0"/>
          </a:spcAft>
          <a:buClrTx/>
          <a:buSzTx/>
          <a:buFontTx/>
          <a:buNone/>
          <a:tabLst/>
          <a:defRPr kumimoji="0" lang="en-GB" sz="1300" b="0" i="0" u="none" strike="noStrike" cap="none" normalizeH="0" baseline="0" smtClean="0">
            <a:ln>
              <a:noFill/>
            </a:ln>
            <a:solidFill>
              <a:schemeClr val="tx1"/>
            </a:solidFill>
            <a:effectLst/>
            <a:latin typeface="Rdg Vesta" pitchFamily="2" charset="0"/>
          </a:defRPr>
        </a:defPPr>
      </a:lstStyle>
    </a:spDef>
    <a:lnDef>
      <a:spPr bwMode="auto">
        <a:xfrm>
          <a:off x="0" y="0"/>
          <a:ext cx="1" cy="1"/>
        </a:xfrm>
        <a:custGeom>
          <a:avLst/>
          <a:gdLst/>
          <a:ahLst/>
          <a:cxnLst/>
          <a:rect l="0" t="0" r="0" b="0"/>
          <a:pathLst/>
        </a:custGeom>
        <a:solidFill>
          <a:schemeClr val="tx2"/>
        </a:solidFill>
        <a:ln w="9525" cap="flat" cmpd="sng" algn="ctr">
          <a:no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2952750" rtl="0" eaLnBrk="1" fontAlgn="base" latinLnBrk="0" hangingPunct="1">
          <a:lnSpc>
            <a:spcPct val="100000"/>
          </a:lnSpc>
          <a:spcBef>
            <a:spcPct val="0"/>
          </a:spcBef>
          <a:spcAft>
            <a:spcPct val="0"/>
          </a:spcAft>
          <a:buClrTx/>
          <a:buSzTx/>
          <a:buFontTx/>
          <a:buNone/>
          <a:tabLst/>
          <a:defRPr kumimoji="0" lang="en-GB" sz="1300" b="0" i="0" u="none" strike="noStrike" cap="none" normalizeH="0" baseline="0" smtClean="0">
            <a:ln>
              <a:noFill/>
            </a:ln>
            <a:solidFill>
              <a:schemeClr val="tx1"/>
            </a:solidFill>
            <a:effectLst/>
            <a:latin typeface="Rdg Vesta" pitchFamily="2" charset="0"/>
          </a:defRPr>
        </a:defPPr>
      </a:lstStyle>
    </a:lnDef>
  </a:objectDefaults>
  <a:extraClrSchemeLst/>
  <a:extLst>
    <a:ext uri="{05A4C25C-085E-4340-85A3-A5531E510DB2}">
      <thm15:themeFamily xmlns:thm15="http://schemas.microsoft.com/office/thememl/2012/main" name="B27825 UoR Conference 2022 portrait HT v2.pptx" id="{F18A0F39-BBEB-43DB-BFD6-81A744C52318}" vid="{EDDCA094-D80C-4D1A-9F56-52CCF7C6B5E1}"/>
    </a:ext>
  </a:extLst>
</a:theme>
</file>

<file path=ppt/theme/theme6.xml><?xml version="1.0" encoding="utf-8"?>
<a:theme xmlns:a="http://schemas.openxmlformats.org/drawingml/2006/main" name="UoR #7F6BAE">
  <a:themeElements>
    <a:clrScheme name="04 UoR Conference #7F6BAE">
      <a:dk1>
        <a:srgbClr val="000000"/>
      </a:dk1>
      <a:lt1>
        <a:srgbClr val="FFFFFF"/>
      </a:lt1>
      <a:dk2>
        <a:srgbClr val="7F6BAE"/>
      </a:dk2>
      <a:lt2>
        <a:srgbClr val="808080"/>
      </a:lt2>
      <a:accent1>
        <a:srgbClr val="D2C4F2"/>
      </a:accent1>
      <a:accent2>
        <a:srgbClr val="B6A4E0"/>
      </a:accent2>
      <a:accent3>
        <a:srgbClr val="FFFFFF"/>
      </a:accent3>
      <a:accent4>
        <a:srgbClr val="4D3E70"/>
      </a:accent4>
      <a:accent5>
        <a:srgbClr val="B6A4E0"/>
      </a:accent5>
      <a:accent6>
        <a:srgbClr val="000000"/>
      </a:accent6>
      <a:hlink>
        <a:srgbClr val="7F6BAE"/>
      </a:hlink>
      <a:folHlink>
        <a:srgbClr val="4D3E7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tx2"/>
        </a:solidFill>
        <a:ln w="9525" cap="flat" cmpd="sng" algn="ctr">
          <a:no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2952750" rtl="0" eaLnBrk="1" fontAlgn="base" latinLnBrk="0" hangingPunct="1">
          <a:lnSpc>
            <a:spcPct val="100000"/>
          </a:lnSpc>
          <a:spcBef>
            <a:spcPct val="0"/>
          </a:spcBef>
          <a:spcAft>
            <a:spcPct val="0"/>
          </a:spcAft>
          <a:buClrTx/>
          <a:buSzTx/>
          <a:buFontTx/>
          <a:buNone/>
          <a:tabLst/>
          <a:defRPr kumimoji="0" lang="en-GB" sz="1300" b="0" i="0" u="none" strike="noStrike" cap="none" normalizeH="0" baseline="0" smtClean="0">
            <a:ln>
              <a:noFill/>
            </a:ln>
            <a:solidFill>
              <a:schemeClr val="tx1"/>
            </a:solidFill>
            <a:effectLst/>
            <a:latin typeface="Rdg Vesta" pitchFamily="2" charset="0"/>
          </a:defRPr>
        </a:defPPr>
      </a:lstStyle>
    </a:spDef>
    <a:lnDef>
      <a:spPr bwMode="auto">
        <a:xfrm>
          <a:off x="0" y="0"/>
          <a:ext cx="1" cy="1"/>
        </a:xfrm>
        <a:custGeom>
          <a:avLst/>
          <a:gdLst/>
          <a:ahLst/>
          <a:cxnLst/>
          <a:rect l="0" t="0" r="0" b="0"/>
          <a:pathLst/>
        </a:custGeom>
        <a:solidFill>
          <a:schemeClr val="tx2"/>
        </a:solidFill>
        <a:ln w="9525" cap="flat" cmpd="sng" algn="ctr">
          <a:no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2952750" rtl="0" eaLnBrk="1" fontAlgn="base" latinLnBrk="0" hangingPunct="1">
          <a:lnSpc>
            <a:spcPct val="100000"/>
          </a:lnSpc>
          <a:spcBef>
            <a:spcPct val="0"/>
          </a:spcBef>
          <a:spcAft>
            <a:spcPct val="0"/>
          </a:spcAft>
          <a:buClrTx/>
          <a:buSzTx/>
          <a:buFontTx/>
          <a:buNone/>
          <a:tabLst/>
          <a:defRPr kumimoji="0" lang="en-GB" sz="1300" b="0" i="0" u="none" strike="noStrike" cap="none" normalizeH="0" baseline="0" smtClean="0">
            <a:ln>
              <a:noFill/>
            </a:ln>
            <a:solidFill>
              <a:schemeClr val="tx1"/>
            </a:solidFill>
            <a:effectLst/>
            <a:latin typeface="Rdg Vesta" pitchFamily="2" charset="0"/>
          </a:defRPr>
        </a:defPPr>
      </a:lstStyle>
    </a:lnDef>
  </a:objectDefaults>
  <a:extraClrSchemeLst/>
  <a:extLst>
    <a:ext uri="{05A4C25C-085E-4340-85A3-A5531E510DB2}">
      <thm15:themeFamily xmlns:thm15="http://schemas.microsoft.com/office/thememl/2012/main" name="B27825 UoR Conference 2022 portrait HT v2.pptx" id="{F18A0F39-BBEB-43DB-BFD6-81A744C52318}" vid="{52FD576F-A30F-42C3-B3D4-FC5E4D78EA82}"/>
    </a:ext>
  </a:extLst>
</a:theme>
</file>

<file path=ppt/theme/theme7.xml><?xml version="1.0" encoding="utf-8"?>
<a:theme xmlns:a="http://schemas.openxmlformats.org/drawingml/2006/main" name="UoR #6F7D14">
  <a:themeElements>
    <a:clrScheme name="05 UoR Conference #6F7D14">
      <a:dk1>
        <a:srgbClr val="000000"/>
      </a:dk1>
      <a:lt1>
        <a:srgbClr val="FFFFFF"/>
      </a:lt1>
      <a:dk2>
        <a:srgbClr val="6F7D14"/>
      </a:dk2>
      <a:lt2>
        <a:srgbClr val="808080"/>
      </a:lt2>
      <a:accent1>
        <a:srgbClr val="BDCC5A"/>
      </a:accent1>
      <a:accent2>
        <a:srgbClr val="9DAE32"/>
      </a:accent2>
      <a:accent3>
        <a:srgbClr val="FFFFFF"/>
      </a:accent3>
      <a:accent4>
        <a:srgbClr val="444E02"/>
      </a:accent4>
      <a:accent5>
        <a:srgbClr val="BDCC5A"/>
      </a:accent5>
      <a:accent6>
        <a:srgbClr val="000000"/>
      </a:accent6>
      <a:hlink>
        <a:srgbClr val="6F7D14"/>
      </a:hlink>
      <a:folHlink>
        <a:srgbClr val="444E0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tx2"/>
        </a:solidFill>
        <a:ln w="9525" cap="flat" cmpd="sng" algn="ctr">
          <a:no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2952750" rtl="0" eaLnBrk="1" fontAlgn="base" latinLnBrk="0" hangingPunct="1">
          <a:lnSpc>
            <a:spcPct val="100000"/>
          </a:lnSpc>
          <a:spcBef>
            <a:spcPct val="0"/>
          </a:spcBef>
          <a:spcAft>
            <a:spcPct val="0"/>
          </a:spcAft>
          <a:buClrTx/>
          <a:buSzTx/>
          <a:buFontTx/>
          <a:buNone/>
          <a:tabLst/>
          <a:defRPr kumimoji="0" lang="en-GB" sz="1300" b="0" i="0" u="none" strike="noStrike" cap="none" normalizeH="0" baseline="0" smtClean="0">
            <a:ln>
              <a:noFill/>
            </a:ln>
            <a:solidFill>
              <a:schemeClr val="tx1"/>
            </a:solidFill>
            <a:effectLst/>
            <a:latin typeface="Rdg Vesta" pitchFamily="2" charset="0"/>
          </a:defRPr>
        </a:defPPr>
      </a:lstStyle>
    </a:spDef>
    <a:lnDef>
      <a:spPr bwMode="auto">
        <a:xfrm>
          <a:off x="0" y="0"/>
          <a:ext cx="1" cy="1"/>
        </a:xfrm>
        <a:custGeom>
          <a:avLst/>
          <a:gdLst/>
          <a:ahLst/>
          <a:cxnLst/>
          <a:rect l="0" t="0" r="0" b="0"/>
          <a:pathLst/>
        </a:custGeom>
        <a:solidFill>
          <a:schemeClr val="tx2"/>
        </a:solidFill>
        <a:ln w="9525" cap="flat" cmpd="sng" algn="ctr">
          <a:no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2952750" rtl="0" eaLnBrk="1" fontAlgn="base" latinLnBrk="0" hangingPunct="1">
          <a:lnSpc>
            <a:spcPct val="100000"/>
          </a:lnSpc>
          <a:spcBef>
            <a:spcPct val="0"/>
          </a:spcBef>
          <a:spcAft>
            <a:spcPct val="0"/>
          </a:spcAft>
          <a:buClrTx/>
          <a:buSzTx/>
          <a:buFontTx/>
          <a:buNone/>
          <a:tabLst/>
          <a:defRPr kumimoji="0" lang="en-GB" sz="1300" b="0" i="0" u="none" strike="noStrike" cap="none" normalizeH="0" baseline="0" smtClean="0">
            <a:ln>
              <a:noFill/>
            </a:ln>
            <a:solidFill>
              <a:schemeClr val="tx1"/>
            </a:solidFill>
            <a:effectLst/>
            <a:latin typeface="Rdg Vesta" pitchFamily="2" charset="0"/>
          </a:defRPr>
        </a:defPPr>
      </a:lstStyle>
    </a:lnDef>
  </a:objectDefaults>
  <a:extraClrSchemeLst/>
  <a:extLst>
    <a:ext uri="{05A4C25C-085E-4340-85A3-A5531E510DB2}">
      <thm15:themeFamily xmlns:thm15="http://schemas.microsoft.com/office/thememl/2012/main" name="B27825 UoR Conference 2022 portrait HT v2.pptx" id="{F18A0F39-BBEB-43DB-BFD6-81A744C52318}" vid="{AF9CF2F7-CEBC-4757-A562-538A8568A1B6}"/>
    </a:ext>
  </a:extLst>
</a:theme>
</file>

<file path=ppt/theme/theme8.xml><?xml version="1.0" encoding="utf-8"?>
<a:theme xmlns:a="http://schemas.openxmlformats.org/drawingml/2006/main" name="1_Rdg conference poster 2011portrait">
  <a:themeElements>
    <a:clrScheme name="06 UoR Conference #2B7DAE">
      <a:dk1>
        <a:srgbClr val="000000"/>
      </a:dk1>
      <a:lt1>
        <a:srgbClr val="FFFFFF"/>
      </a:lt1>
      <a:dk2>
        <a:srgbClr val="2B7DAE"/>
      </a:dk2>
      <a:lt2>
        <a:srgbClr val="808080"/>
      </a:lt2>
      <a:accent1>
        <a:srgbClr val="7CCDFD"/>
      </a:accent1>
      <a:accent2>
        <a:srgbClr val="62B4E7"/>
      </a:accent2>
      <a:accent3>
        <a:srgbClr val="FFFFFF"/>
      </a:accent3>
      <a:accent4>
        <a:srgbClr val="114E72"/>
      </a:accent4>
      <a:accent5>
        <a:srgbClr val="7CCDFD"/>
      </a:accent5>
      <a:accent6>
        <a:srgbClr val="000000"/>
      </a:accent6>
      <a:hlink>
        <a:srgbClr val="2B7DAE"/>
      </a:hlink>
      <a:folHlink>
        <a:srgbClr val="114E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tx2"/>
        </a:solidFill>
        <a:ln w="9525" cap="flat" cmpd="sng" algn="ctr">
          <a:no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2952750" rtl="0" eaLnBrk="1" fontAlgn="base" latinLnBrk="0" hangingPunct="1">
          <a:lnSpc>
            <a:spcPct val="100000"/>
          </a:lnSpc>
          <a:spcBef>
            <a:spcPct val="0"/>
          </a:spcBef>
          <a:spcAft>
            <a:spcPct val="0"/>
          </a:spcAft>
          <a:buClrTx/>
          <a:buSzTx/>
          <a:buFontTx/>
          <a:buNone/>
          <a:tabLst/>
          <a:defRPr kumimoji="0" lang="en-GB" sz="1300" b="0" i="0" u="none" strike="noStrike" cap="none" normalizeH="0" baseline="0" smtClean="0">
            <a:ln>
              <a:noFill/>
            </a:ln>
            <a:solidFill>
              <a:schemeClr val="tx1"/>
            </a:solidFill>
            <a:effectLst/>
            <a:latin typeface="Rdg Vesta" pitchFamily="2" charset="0"/>
          </a:defRPr>
        </a:defPPr>
      </a:lstStyle>
    </a:spDef>
    <a:lnDef>
      <a:spPr bwMode="auto">
        <a:xfrm>
          <a:off x="0" y="0"/>
          <a:ext cx="1" cy="1"/>
        </a:xfrm>
        <a:custGeom>
          <a:avLst/>
          <a:gdLst/>
          <a:ahLst/>
          <a:cxnLst/>
          <a:rect l="0" t="0" r="0" b="0"/>
          <a:pathLst/>
        </a:custGeom>
        <a:solidFill>
          <a:schemeClr val="tx2"/>
        </a:solidFill>
        <a:ln w="9525" cap="flat" cmpd="sng" algn="ctr">
          <a:no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2952750" rtl="0" eaLnBrk="1" fontAlgn="base" latinLnBrk="0" hangingPunct="1">
          <a:lnSpc>
            <a:spcPct val="100000"/>
          </a:lnSpc>
          <a:spcBef>
            <a:spcPct val="0"/>
          </a:spcBef>
          <a:spcAft>
            <a:spcPct val="0"/>
          </a:spcAft>
          <a:buClrTx/>
          <a:buSzTx/>
          <a:buFontTx/>
          <a:buNone/>
          <a:tabLst/>
          <a:defRPr kumimoji="0" lang="en-GB" sz="1300" b="0" i="0" u="none" strike="noStrike" cap="none" normalizeH="0" baseline="0" smtClean="0">
            <a:ln>
              <a:noFill/>
            </a:ln>
            <a:solidFill>
              <a:schemeClr val="tx1"/>
            </a:solidFill>
            <a:effectLst/>
            <a:latin typeface="Rdg Vesta" pitchFamily="2" charset="0"/>
          </a:defRPr>
        </a:defPPr>
      </a:lstStyle>
    </a:lnDef>
  </a:objectDefaults>
  <a:extraClrSchemeLst/>
  <a:extLst>
    <a:ext uri="{05A4C25C-085E-4340-85A3-A5531E510DB2}">
      <thm15:themeFamily xmlns:thm15="http://schemas.microsoft.com/office/thememl/2012/main" name="B27825 UoR Conference 2022 portrait HT v2.pptx" id="{F18A0F39-BBEB-43DB-BFD6-81A744C52318}" vid="{1757E75D-6B58-43A6-AFC1-7824D5CC8EBB}"/>
    </a:ext>
  </a:extLst>
</a:theme>
</file>

<file path=ppt/theme/theme9.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10.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rdg-conferences-portrait</Template>
  <TotalTime>2093</TotalTime>
  <Words>481</Words>
  <Application>Microsoft Office PowerPoint</Application>
  <PresentationFormat>Custom</PresentationFormat>
  <Paragraphs>80</Paragraphs>
  <Slides>1</Slides>
  <Notes>1</Notes>
  <HiddenSlides>0</HiddenSlides>
  <MMClips>0</MMClips>
  <ScaleCrop>false</ScaleCrop>
  <HeadingPairs>
    <vt:vector size="6" baseType="variant">
      <vt:variant>
        <vt:lpstr>Fonts Used</vt:lpstr>
      </vt:variant>
      <vt:variant>
        <vt:i4>4</vt:i4>
      </vt:variant>
      <vt:variant>
        <vt:lpstr>Theme</vt:lpstr>
      </vt:variant>
      <vt:variant>
        <vt:i4>8</vt:i4>
      </vt:variant>
      <vt:variant>
        <vt:lpstr>Slide Titles</vt:lpstr>
      </vt:variant>
      <vt:variant>
        <vt:i4>1</vt:i4>
      </vt:variant>
    </vt:vector>
  </HeadingPairs>
  <TitlesOfParts>
    <vt:vector size="13" baseType="lpstr">
      <vt:lpstr>Aptos</vt:lpstr>
      <vt:lpstr>Aptos Display</vt:lpstr>
      <vt:lpstr>Arial</vt:lpstr>
      <vt:lpstr>Rdg Vesta</vt:lpstr>
      <vt:lpstr>UoR #CE4F2F</vt:lpstr>
      <vt:lpstr>1_Custom Design</vt:lpstr>
      <vt:lpstr>1_UoR #CE4F2F</vt:lpstr>
      <vt:lpstr>Custom Design</vt:lpstr>
      <vt:lpstr>UoR #C74486</vt:lpstr>
      <vt:lpstr>UoR #7F6BAE</vt:lpstr>
      <vt:lpstr>UoR #6F7D14</vt:lpstr>
      <vt:lpstr>1_Rdg conference poster 2011portrait</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Research and conference poster</dc:subject>
  <dc:creator>Zeynep Busra Velioglu</dc:creator>
  <cp:lastModifiedBy>Koray Can Yigit</cp:lastModifiedBy>
  <cp:revision>30</cp:revision>
  <dcterms:created xsi:type="dcterms:W3CDTF">2025-05-28T11:04:17Z</dcterms:created>
  <dcterms:modified xsi:type="dcterms:W3CDTF">2025-12-16T09:55:23Z</dcterms:modified>
</cp:coreProperties>
</file>